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05" r:id="rId3"/>
  </p:sldMasterIdLst>
  <p:notesMasterIdLst>
    <p:notesMasterId r:id="rId5"/>
  </p:notesMasterIdLst>
  <p:handoutMasterIdLst>
    <p:handoutMasterId r:id="rId53"/>
  </p:handoutMasterIdLst>
  <p:sldIdLst>
    <p:sldId id="306" r:id="rId4"/>
    <p:sldId id="353"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341" r:id="rId41"/>
    <p:sldId id="342" r:id="rId42"/>
    <p:sldId id="343" r:id="rId43"/>
    <p:sldId id="344" r:id="rId44"/>
    <p:sldId id="345" r:id="rId45"/>
    <p:sldId id="346" r:id="rId46"/>
    <p:sldId id="347" r:id="rId47"/>
    <p:sldId id="348" r:id="rId48"/>
    <p:sldId id="349" r:id="rId49"/>
    <p:sldId id="350" r:id="rId50"/>
    <p:sldId id="351" r:id="rId51"/>
    <p:sldId id="352" r:id="rId52"/>
  </p:sldIdLst>
  <p:sldSz cx="12192000" cy="6858000"/>
  <p:notesSz cx="7103745" cy="10234295"/>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8" Type="http://schemas.openxmlformats.org/officeDocument/2006/relationships/tags" Target="tags/tag781.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6.xml"/><Relationship Id="rId7" Type="http://schemas.openxmlformats.org/officeDocument/2006/relationships/image" Target="../media/image3.png"/><Relationship Id="rId6" Type="http://schemas.openxmlformats.org/officeDocument/2006/relationships/tags" Target="../tags/tag65.xml"/><Relationship Id="rId5" Type="http://schemas.openxmlformats.org/officeDocument/2006/relationships/image" Target="../media/image2.png"/><Relationship Id="rId4" Type="http://schemas.openxmlformats.org/officeDocument/2006/relationships/tags" Target="../tags/tag64.xml"/><Relationship Id="rId3" Type="http://schemas.openxmlformats.org/officeDocument/2006/relationships/image" Target="../media/image1.jpeg"/><Relationship Id="rId2" Type="http://schemas.openxmlformats.org/officeDocument/2006/relationships/tags" Target="../tags/tag63.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image" Target="../media/image7.png"/><Relationship Id="rId6" Type="http://schemas.openxmlformats.org/officeDocument/2006/relationships/tags" Target="../tags/tag79.xml"/><Relationship Id="rId5" Type="http://schemas.openxmlformats.org/officeDocument/2006/relationships/image" Target="../media/image6.png"/><Relationship Id="rId4" Type="http://schemas.openxmlformats.org/officeDocument/2006/relationships/tags" Target="../tags/tag78.xml"/><Relationship Id="rId3" Type="http://schemas.openxmlformats.org/officeDocument/2006/relationships/image" Target="../media/image5.jpeg"/><Relationship Id="rId2" Type="http://schemas.openxmlformats.org/officeDocument/2006/relationships/tags" Target="../tags/tag77.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image" Target="../media/image7.png"/><Relationship Id="rId6" Type="http://schemas.openxmlformats.org/officeDocument/2006/relationships/tags" Target="../tags/tag101.xml"/><Relationship Id="rId5" Type="http://schemas.openxmlformats.org/officeDocument/2006/relationships/image" Target="../media/image6.png"/><Relationship Id="rId4" Type="http://schemas.openxmlformats.org/officeDocument/2006/relationships/tags" Target="../tags/tag100.xml"/><Relationship Id="rId3" Type="http://schemas.openxmlformats.org/officeDocument/2006/relationships/image" Target="../media/image5.jpeg"/><Relationship Id="rId2" Type="http://schemas.openxmlformats.org/officeDocument/2006/relationships/tags" Target="../tags/tag99.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127.xml"/><Relationship Id="rId7" Type="http://schemas.openxmlformats.org/officeDocument/2006/relationships/image" Target="../media/image3.png"/><Relationship Id="rId6" Type="http://schemas.openxmlformats.org/officeDocument/2006/relationships/tags" Target="../tags/tag126.xml"/><Relationship Id="rId5" Type="http://schemas.openxmlformats.org/officeDocument/2006/relationships/image" Target="../media/image2.png"/><Relationship Id="rId4" Type="http://schemas.openxmlformats.org/officeDocument/2006/relationships/tags" Target="../tags/tag125.xml"/><Relationship Id="rId3" Type="http://schemas.openxmlformats.org/officeDocument/2006/relationships/image" Target="../media/image1.jpeg"/><Relationship Id="rId2" Type="http://schemas.openxmlformats.org/officeDocument/2006/relationships/tags" Target="../tags/tag124.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image" Target="../media/image6.png"/><Relationship Id="rId6" Type="http://schemas.openxmlformats.org/officeDocument/2006/relationships/tags" Target="../tags/tag135.xml"/><Relationship Id="rId5" Type="http://schemas.openxmlformats.org/officeDocument/2006/relationships/image" Target="../media/image8.png"/><Relationship Id="rId4" Type="http://schemas.openxmlformats.org/officeDocument/2006/relationships/tags" Target="../tags/tag134.xml"/><Relationship Id="rId3" Type="http://schemas.openxmlformats.org/officeDocument/2006/relationships/image" Target="../media/image5.jpeg"/><Relationship Id="rId2" Type="http://schemas.openxmlformats.org/officeDocument/2006/relationships/tags" Target="../tags/tag133.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image" Target="../media/image11.png"/><Relationship Id="rId7" Type="http://schemas.openxmlformats.org/officeDocument/2006/relationships/tags" Target="../tags/tag143.xml"/><Relationship Id="rId6" Type="http://schemas.openxmlformats.org/officeDocument/2006/relationships/image" Target="../media/image10.png"/><Relationship Id="rId5" Type="http://schemas.openxmlformats.org/officeDocument/2006/relationships/tags" Target="../tags/tag142.xml"/><Relationship Id="rId4" Type="http://schemas.openxmlformats.org/officeDocument/2006/relationships/image" Target="../media/image9.png"/><Relationship Id="rId3" Type="http://schemas.openxmlformats.org/officeDocument/2006/relationships/tags" Target="../tags/tag141.xml"/><Relationship Id="rId2" Type="http://schemas.openxmlformats.org/officeDocument/2006/relationships/tags" Target="../tags/tag140.xml"/><Relationship Id="rId15" Type="http://schemas.openxmlformats.org/officeDocument/2006/relationships/image" Target="../media/image12.png"/><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image" Target="../media/image11.png"/><Relationship Id="rId6" Type="http://schemas.openxmlformats.org/officeDocument/2006/relationships/tags" Target="../tags/tag152.xml"/><Relationship Id="rId5" Type="http://schemas.openxmlformats.org/officeDocument/2006/relationships/image" Target="../media/image10.png"/><Relationship Id="rId4" Type="http://schemas.openxmlformats.org/officeDocument/2006/relationships/tags" Target="../tags/tag151.xml"/><Relationship Id="rId3" Type="http://schemas.openxmlformats.org/officeDocument/2006/relationships/image" Target="../media/image9.png"/><Relationship Id="rId2" Type="http://schemas.openxmlformats.org/officeDocument/2006/relationships/tags" Target="../tags/tag150.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image" Target="../media/image1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tags" Target="../tags/tag164.xml"/><Relationship Id="rId7" Type="http://schemas.openxmlformats.org/officeDocument/2006/relationships/image" Target="../media/image13.png"/><Relationship Id="rId6" Type="http://schemas.openxmlformats.org/officeDocument/2006/relationships/tags" Target="../tags/tag163.xml"/><Relationship Id="rId5" Type="http://schemas.openxmlformats.org/officeDocument/2006/relationships/image" Target="../media/image10.png"/><Relationship Id="rId4" Type="http://schemas.openxmlformats.org/officeDocument/2006/relationships/tags" Target="../tags/tag162.xml"/><Relationship Id="rId3" Type="http://schemas.openxmlformats.org/officeDocument/2006/relationships/image" Target="../media/image9.png"/><Relationship Id="rId2" Type="http://schemas.openxmlformats.org/officeDocument/2006/relationships/tags" Target="../tags/tag161.xml"/><Relationship Id="rId16" Type="http://schemas.openxmlformats.org/officeDocument/2006/relationships/tags" Target="../tags/tag171.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tags" Target="../tags/tag175.xml"/><Relationship Id="rId7" Type="http://schemas.openxmlformats.org/officeDocument/2006/relationships/image" Target="../media/image12.png"/><Relationship Id="rId6" Type="http://schemas.openxmlformats.org/officeDocument/2006/relationships/tags" Target="../tags/tag174.xml"/><Relationship Id="rId5" Type="http://schemas.openxmlformats.org/officeDocument/2006/relationships/image" Target="../media/image13.png"/><Relationship Id="rId4" Type="http://schemas.openxmlformats.org/officeDocument/2006/relationships/tags" Target="../tags/tag173.xml"/><Relationship Id="rId3" Type="http://schemas.openxmlformats.org/officeDocument/2006/relationships/image" Target="../media/image9.png"/><Relationship Id="rId2" Type="http://schemas.openxmlformats.org/officeDocument/2006/relationships/tags" Target="../tags/tag172.xml"/><Relationship Id="rId16" Type="http://schemas.openxmlformats.org/officeDocument/2006/relationships/tags" Target="../tags/tag182.xml"/><Relationship Id="rId15" Type="http://schemas.openxmlformats.org/officeDocument/2006/relationships/tags" Target="../tags/tag181.xml"/><Relationship Id="rId14" Type="http://schemas.openxmlformats.org/officeDocument/2006/relationships/tags" Target="../tags/tag180.xml"/><Relationship Id="rId13" Type="http://schemas.openxmlformats.org/officeDocument/2006/relationships/tags" Target="../tags/tag179.xml"/><Relationship Id="rId12" Type="http://schemas.openxmlformats.org/officeDocument/2006/relationships/tags" Target="../tags/tag178.xml"/><Relationship Id="rId11" Type="http://schemas.openxmlformats.org/officeDocument/2006/relationships/tags" Target="../tags/tag177.xml"/><Relationship Id="rId10" Type="http://schemas.openxmlformats.org/officeDocument/2006/relationships/tags" Target="../tags/tag176.xml"/><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186.xml"/><Relationship Id="rId7" Type="http://schemas.openxmlformats.org/officeDocument/2006/relationships/image" Target="../media/image11.png"/><Relationship Id="rId6" Type="http://schemas.openxmlformats.org/officeDocument/2006/relationships/tags" Target="../tags/tag185.xml"/><Relationship Id="rId5" Type="http://schemas.openxmlformats.org/officeDocument/2006/relationships/image" Target="../media/image10.png"/><Relationship Id="rId4" Type="http://schemas.openxmlformats.org/officeDocument/2006/relationships/tags" Target="../tags/tag184.xml"/><Relationship Id="rId3" Type="http://schemas.openxmlformats.org/officeDocument/2006/relationships/image" Target="../media/image9.png"/><Relationship Id="rId2" Type="http://schemas.openxmlformats.org/officeDocument/2006/relationships/tags" Target="../tags/tag183.xml"/><Relationship Id="rId18" Type="http://schemas.openxmlformats.org/officeDocument/2006/relationships/tags" Target="../tags/tag195.xml"/><Relationship Id="rId17" Type="http://schemas.openxmlformats.org/officeDocument/2006/relationships/tags" Target="../tags/tag194.xml"/><Relationship Id="rId16" Type="http://schemas.openxmlformats.org/officeDocument/2006/relationships/tags" Target="../tags/tag193.xml"/><Relationship Id="rId15" Type="http://schemas.openxmlformats.org/officeDocument/2006/relationships/tags" Target="../tags/tag192.xml"/><Relationship Id="rId14" Type="http://schemas.openxmlformats.org/officeDocument/2006/relationships/tags" Target="../tags/tag191.xml"/><Relationship Id="rId13" Type="http://schemas.openxmlformats.org/officeDocument/2006/relationships/tags" Target="../tags/tag190.xml"/><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image" Target="../media/image10.png"/><Relationship Id="rId6" Type="http://schemas.openxmlformats.org/officeDocument/2006/relationships/tags" Target="../tags/tag198.xml"/><Relationship Id="rId5" Type="http://schemas.openxmlformats.org/officeDocument/2006/relationships/image" Target="../media/image14.png"/><Relationship Id="rId4" Type="http://schemas.openxmlformats.org/officeDocument/2006/relationships/tags" Target="../tags/tag197.xml"/><Relationship Id="rId3" Type="http://schemas.openxmlformats.org/officeDocument/2006/relationships/image" Target="../media/image9.png"/><Relationship Id="rId2" Type="http://schemas.openxmlformats.org/officeDocument/2006/relationships/tags" Target="../tags/tag196.xml"/><Relationship Id="rId17" Type="http://schemas.openxmlformats.org/officeDocument/2006/relationships/tags" Target="../tags/tag206.xml"/><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image" Target="../media/image15.png"/><Relationship Id="rId11" Type="http://schemas.openxmlformats.org/officeDocument/2006/relationships/tags" Target="../tags/tag201.xml"/><Relationship Id="rId10"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pic>
        <p:nvPicPr>
          <p:cNvPr id="7" name="图片 6" descr="C:\Users\qiu\Desktop\图片1.jpg图片1"/>
          <p:cNvPicPr>
            <a:picLocks noChangeAspect="1"/>
          </p:cNvPicPr>
          <p:nvPr userDrawn="1">
            <p:custDataLst>
              <p:tags r:id="rId2"/>
            </p:custDataLst>
          </p:nvPr>
        </p:nvPicPr>
        <p:blipFill rotWithShape="1">
          <a:blip r:embed="rId3"/>
          <a:srcRect/>
          <a:stretch>
            <a:fillRect/>
          </a:stretch>
        </p:blipFill>
        <p:spPr>
          <a:xfrm>
            <a:off x="-1" y="1270"/>
            <a:ext cx="12192001" cy="6855460"/>
          </a:xfrm>
          <a:prstGeom prst="rect">
            <a:avLst/>
          </a:prstGeom>
        </p:spPr>
      </p:pic>
      <p:pic>
        <p:nvPicPr>
          <p:cNvPr id="12" name="图片 11"/>
          <p:cNvPicPr>
            <a:picLocks noChangeAspect="1"/>
          </p:cNvPicPr>
          <p:nvPr userDrawn="1">
            <p:custDataLst>
              <p:tags r:id="rId4"/>
            </p:custDataLst>
          </p:nvPr>
        </p:nvPicPr>
        <p:blipFill>
          <a:blip r:embed="rId5"/>
          <a:stretch>
            <a:fillRect/>
          </a:stretch>
        </p:blipFill>
        <p:spPr>
          <a:xfrm flipH="1">
            <a:off x="39622" y="-390873"/>
            <a:ext cx="4637845" cy="3294947"/>
          </a:xfrm>
          <a:prstGeom prst="rect">
            <a:avLst/>
          </a:prstGeom>
        </p:spPr>
      </p:pic>
      <p:pic>
        <p:nvPicPr>
          <p:cNvPr id="13" name="图片 12"/>
          <p:cNvPicPr>
            <a:picLocks noChangeAspect="1"/>
          </p:cNvPicPr>
          <p:nvPr userDrawn="1">
            <p:custDataLst>
              <p:tags r:id="rId6"/>
            </p:custDataLst>
          </p:nvPr>
        </p:nvPicPr>
        <p:blipFill rotWithShape="1">
          <a:blip r:embed="rId7"/>
          <a:srcRect/>
          <a:stretch>
            <a:fillRect/>
          </a:stretch>
        </p:blipFill>
        <p:spPr>
          <a:xfrm>
            <a:off x="-1" y="4447677"/>
            <a:ext cx="4196735" cy="1841023"/>
          </a:xfrm>
          <a:prstGeom prst="rect">
            <a:avLst/>
          </a:prstGeom>
        </p:spPr>
      </p:pic>
      <p:pic>
        <p:nvPicPr>
          <p:cNvPr id="14" name="图片 13"/>
          <p:cNvPicPr>
            <a:picLocks noChangeAspect="1"/>
          </p:cNvPicPr>
          <p:nvPr userDrawn="1">
            <p:custDataLst>
              <p:tags r:id="rId8"/>
            </p:custDataLst>
          </p:nvPr>
        </p:nvPicPr>
        <p:blipFill>
          <a:blip r:embed="rId9"/>
          <a:stretch>
            <a:fillRect/>
          </a:stretch>
        </p:blipFill>
        <p:spPr>
          <a:xfrm>
            <a:off x="8496300" y="3334180"/>
            <a:ext cx="3696534" cy="3523819"/>
          </a:xfrm>
          <a:prstGeom prst="rect">
            <a:avLst/>
          </a:prstGeom>
        </p:spPr>
      </p:pic>
      <p:sp>
        <p:nvSpPr>
          <p:cNvPr id="2" name="标题 1"/>
          <p:cNvSpPr>
            <a:spLocks noGrp="1"/>
          </p:cNvSpPr>
          <p:nvPr>
            <p:ph type="ctrTitle" hasCustomPrompt="1"/>
            <p:custDataLst>
              <p:tags r:id="rId10"/>
            </p:custDataLst>
          </p:nvPr>
        </p:nvSpPr>
        <p:spPr>
          <a:xfrm>
            <a:off x="2583543" y="2177885"/>
            <a:ext cx="7199086" cy="1235385"/>
          </a:xfrm>
        </p:spPr>
        <p:txBody>
          <a:bodyPr lIns="91440" tIns="45720" rIns="91440" bIns="45720" anchor="b" anchorCtr="0">
            <a:normAutofit/>
          </a:bodyPr>
          <a:lstStyle>
            <a:lvl1pPr algn="dist">
              <a:defRPr sz="6600" b="0" spc="600">
                <a:solidFill>
                  <a:schemeClr val="accent1"/>
                </a:solidFill>
                <a:latin typeface="汉仪尚巍手书W" panose="00020600040101010101" pitchFamily="18" charset="-122"/>
                <a:ea typeface="汉仪尚巍手书W"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11"/>
            </p:custDataLst>
          </p:nvPr>
        </p:nvSpPr>
        <p:spPr>
          <a:xfrm>
            <a:off x="2583544" y="3478026"/>
            <a:ext cx="7199085" cy="743187"/>
          </a:xfrm>
        </p:spPr>
        <p:txBody>
          <a:bodyPr lIns="91440" tIns="45720" rIns="91440" bIns="45720">
            <a:normAutofit/>
          </a:bodyPr>
          <a:lstStyle>
            <a:lvl1pPr marL="0" indent="0" algn="ctr" eaLnBrk="1" fontAlgn="auto" latinLnBrk="0" hangingPunct="1">
              <a:lnSpc>
                <a:spcPct val="100000"/>
              </a:lnSpc>
              <a:buNone/>
              <a:defRPr sz="2400" u="none" strike="noStrike" kern="1200" cap="none" spc="200" normalizeH="0" baseline="0">
                <a:solidFill>
                  <a:schemeClr val="tx1">
                    <a:lumMod val="85000"/>
                    <a:lumOff val="15000"/>
                  </a:schemeClr>
                </a:solidFill>
                <a:uFillTx/>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2"/>
            </p:custDataLst>
          </p:nvPr>
        </p:nvSpPr>
        <p:spPr/>
        <p:txBody>
          <a:bodyPr>
            <a:normAutofit/>
          </a:bodyPr>
          <a:lstStyle>
            <a:lvl1pPr>
              <a:defRPr>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3"/>
            </p:custDataLst>
          </p:nvPr>
        </p:nvSpPr>
        <p:spPr/>
        <p:txBody>
          <a:bodyPr>
            <a:normAutofit/>
          </a:bodyPr>
          <a:lstStyle>
            <a:lvl1pPr>
              <a:defRPr>
                <a:solidFill>
                  <a:schemeClr val="tx1">
                    <a:lumMod val="85000"/>
                    <a:lumOff val="15000"/>
                  </a:schemeClr>
                </a:solidFill>
              </a:defRPr>
            </a:lvl1pPr>
          </a:lstStyle>
          <a:p>
            <a:endParaRPr lang="zh-CN" altLang="en-US" dirty="0"/>
          </a:p>
        </p:txBody>
      </p:sp>
      <p:sp>
        <p:nvSpPr>
          <p:cNvPr id="18" name="灯片编号占位符 17"/>
          <p:cNvSpPr>
            <a:spLocks noGrp="1"/>
          </p:cNvSpPr>
          <p:nvPr>
            <p:ph type="sldNum" sz="quarter" idx="12"/>
            <p:custDataLst>
              <p:tags r:id="rId14"/>
            </p:custDataLst>
          </p:nvPr>
        </p:nvSpPr>
        <p:spPr/>
        <p:txBody>
          <a:bodyPr>
            <a:normAutofit/>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2"/>
            </p:custDataLst>
          </p:nvPr>
        </p:nvPicPr>
        <p:blipFill>
          <a:blip r:embed="rId3"/>
          <a:stretch>
            <a:fillRect/>
          </a:stretch>
        </p:blipFill>
        <p:spPr>
          <a:xfrm>
            <a:off x="0" y="0"/>
            <a:ext cx="12188825" cy="6858635"/>
          </a:xfrm>
          <a:prstGeom prst="rect">
            <a:avLst/>
          </a:prstGeom>
        </p:spPr>
      </p:pic>
      <p:pic>
        <p:nvPicPr>
          <p:cNvPr id="10" name="图片 9"/>
          <p:cNvPicPr>
            <a:picLocks noChangeAspect="1"/>
          </p:cNvPicPr>
          <p:nvPr userDrawn="1">
            <p:custDataLst>
              <p:tags r:id="rId4"/>
            </p:custDataLst>
          </p:nvPr>
        </p:nvPicPr>
        <p:blipFill>
          <a:blip r:embed="rId5"/>
          <a:stretch>
            <a:fillRect/>
          </a:stretch>
        </p:blipFill>
        <p:spPr>
          <a:xfrm flipH="1">
            <a:off x="95972" y="-68941"/>
            <a:ext cx="2913369" cy="2069797"/>
          </a:xfrm>
          <a:prstGeom prst="rect">
            <a:avLst/>
          </a:prstGeom>
        </p:spPr>
      </p:pic>
      <p:pic>
        <p:nvPicPr>
          <p:cNvPr id="14" name="图片 13"/>
          <p:cNvPicPr>
            <a:picLocks noChangeAspect="1"/>
          </p:cNvPicPr>
          <p:nvPr userDrawn="1">
            <p:custDataLst>
              <p:tags r:id="rId6"/>
            </p:custDataLst>
          </p:nvPr>
        </p:nvPicPr>
        <p:blipFill>
          <a:blip r:embed="rId7"/>
          <a:stretch>
            <a:fillRect/>
          </a:stretch>
        </p:blipFill>
        <p:spPr>
          <a:xfrm>
            <a:off x="10040526" y="4806255"/>
            <a:ext cx="2152307" cy="2051744"/>
          </a:xfrm>
          <a:prstGeom prst="rect">
            <a:avLst/>
          </a:prstGeom>
        </p:spPr>
      </p:pic>
      <p:sp>
        <p:nvSpPr>
          <p:cNvPr id="2" name="标题 1"/>
          <p:cNvSpPr>
            <a:spLocks noGrp="1"/>
          </p:cNvSpPr>
          <p:nvPr>
            <p:ph type="title" hasCustomPrompt="1"/>
            <p:custDataLst>
              <p:tags r:id="rId8"/>
            </p:custDataLst>
          </p:nvPr>
        </p:nvSpPr>
        <p:spPr>
          <a:xfrm>
            <a:off x="2403796" y="2423883"/>
            <a:ext cx="7384409" cy="1089399"/>
          </a:xfrm>
        </p:spPr>
        <p:txBody>
          <a:bodyPr lIns="91440" tIns="45720" rIns="91440" bIns="45720" anchor="b" anchorCtr="0">
            <a:normAutofit/>
          </a:bodyPr>
          <a:lstStyle>
            <a:lvl1pPr algn="ctr">
              <a:lnSpc>
                <a:spcPct val="100000"/>
              </a:lnSpc>
              <a:defRPr sz="4800" b="0" u="none" strike="noStrike" kern="1200" cap="none" spc="300" normalizeH="0" baseline="0">
                <a:solidFill>
                  <a:schemeClr val="accent1"/>
                </a:solidFill>
                <a:uFillTx/>
                <a:latin typeface="汉仪尚巍手书W" panose="00020600040101010101" pitchFamily="18" charset="-122"/>
                <a:ea typeface="汉仪尚巍手书W"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9"/>
            </p:custDataLst>
          </p:nvPr>
        </p:nvSpPr>
        <p:spPr>
          <a:xfrm>
            <a:off x="2403796" y="3660546"/>
            <a:ext cx="7384409" cy="1235437"/>
          </a:xfrm>
        </p:spPr>
        <p:txBody>
          <a:bodyPr lIns="101600" tIns="38100" rIns="76200" bIns="38100" anchor="t" anchorCtr="0">
            <a:normAutofit/>
          </a:bodyPr>
          <a:lstStyle>
            <a:lvl1pPr marL="0" indent="0" algn="ctr" eaLnBrk="1" fontAlgn="auto" latinLnBrk="0" hangingPunct="1">
              <a:lnSpc>
                <a:spcPct val="100000"/>
              </a:lnSpc>
              <a:spcAft>
                <a:spcPts val="0"/>
              </a:spcAft>
              <a:buNone/>
              <a:defRPr kumimoji="0" lang="zh-CN" altLang="en-US" sz="2400" b="0" i="0" u="none" strike="noStrike" kern="1200" cap="none" spc="150" normalizeH="0" baseline="0" noProof="1">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12"/>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楷体" panose="02010609060101010101" pitchFamily="49"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rmAutofit/>
          </a:bodyPr>
          <a:lstStyle>
            <a:lvl1pPr>
              <a:defRPr sz="1600" baseline="0">
                <a:latin typeface="Arial" panose="020B0604020202020204" pitchFamily="34" charset="0"/>
                <a:ea typeface="楷体" panose="02010609060101010101" pitchFamily="49" charset="-122"/>
              </a:defRPr>
            </a:lvl1pPr>
            <a:lvl2pPr>
              <a:defRPr sz="1600" baseline="0">
                <a:latin typeface="Arial" panose="020B0604020202020204" pitchFamily="34" charset="0"/>
                <a:ea typeface="楷体" panose="02010609060101010101" pitchFamily="49" charset="-122"/>
              </a:defRPr>
            </a:lvl2pPr>
            <a:lvl3pPr>
              <a:defRPr sz="1600" baseline="0">
                <a:latin typeface="Arial" panose="020B0604020202020204" pitchFamily="34" charset="0"/>
                <a:ea typeface="楷体" panose="02010609060101010101" pitchFamily="49" charset="-122"/>
              </a:defRPr>
            </a:lvl3pPr>
            <a:lvl4pPr>
              <a:defRPr sz="1600" baseline="0">
                <a:latin typeface="Arial" panose="020B0604020202020204" pitchFamily="34" charset="0"/>
                <a:ea typeface="楷体" panose="02010609060101010101" pitchFamily="49" charset="-122"/>
              </a:defRPr>
            </a:lvl4pPr>
            <a:lvl5pPr>
              <a:defRPr sz="1600" baseline="0">
                <a:latin typeface="Arial" panose="020B0604020202020204" pitchFamily="34" charset="0"/>
                <a:ea typeface="楷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endParaRPr lang="zh-CN" altLang="en-US"/>
          </a:p>
        </p:txBody>
      </p:sp>
      <p:sp>
        <p:nvSpPr>
          <p:cNvPr id="7" name="灯片编号占位符 6"/>
          <p:cNvSpPr>
            <a:spLocks noGrp="1"/>
          </p:cNvSpPr>
          <p:nvPr>
            <p:ph type="sldNum" sz="quarter" idx="12"/>
            <p:custDataLst>
              <p:tags r:id="rId7"/>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9" name="灯片编号占位符 8"/>
          <p:cNvSpPr>
            <a:spLocks noGrp="1"/>
          </p:cNvSpPr>
          <p:nvPr>
            <p:ph type="sldNum" sz="quarter" idx="12"/>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2"/>
            </p:custDataLst>
          </p:nvPr>
        </p:nvPicPr>
        <p:blipFill>
          <a:blip r:embed="rId3"/>
          <a:stretch>
            <a:fillRect/>
          </a:stretch>
        </p:blipFill>
        <p:spPr>
          <a:xfrm>
            <a:off x="0" y="0"/>
            <a:ext cx="12188825" cy="6858635"/>
          </a:xfrm>
          <a:prstGeom prst="rect">
            <a:avLst/>
          </a:prstGeom>
        </p:spPr>
      </p:pic>
      <p:pic>
        <p:nvPicPr>
          <p:cNvPr id="9" name="图片 8"/>
          <p:cNvPicPr>
            <a:picLocks noChangeAspect="1"/>
          </p:cNvPicPr>
          <p:nvPr userDrawn="1">
            <p:custDataLst>
              <p:tags r:id="rId4"/>
            </p:custDataLst>
          </p:nvPr>
        </p:nvPicPr>
        <p:blipFill>
          <a:blip r:embed="rId5"/>
          <a:stretch>
            <a:fillRect/>
          </a:stretch>
        </p:blipFill>
        <p:spPr>
          <a:xfrm flipH="1">
            <a:off x="95972" y="-68941"/>
            <a:ext cx="2913369" cy="2069797"/>
          </a:xfrm>
          <a:prstGeom prst="rect">
            <a:avLst/>
          </a:prstGeom>
        </p:spPr>
      </p:pic>
      <p:pic>
        <p:nvPicPr>
          <p:cNvPr id="10" name="图片 9"/>
          <p:cNvPicPr>
            <a:picLocks noChangeAspect="1"/>
          </p:cNvPicPr>
          <p:nvPr userDrawn="1">
            <p:custDataLst>
              <p:tags r:id="rId6"/>
            </p:custDataLst>
          </p:nvPr>
        </p:nvPicPr>
        <p:blipFill>
          <a:blip r:embed="rId7"/>
          <a:stretch>
            <a:fillRect/>
          </a:stretch>
        </p:blipFill>
        <p:spPr>
          <a:xfrm>
            <a:off x="10040526" y="4806255"/>
            <a:ext cx="2152307" cy="2051744"/>
          </a:xfrm>
          <a:prstGeom prst="rect">
            <a:avLst/>
          </a:prstGeom>
        </p:spPr>
      </p:pic>
      <p:sp>
        <p:nvSpPr>
          <p:cNvPr id="2" name="标题 1"/>
          <p:cNvSpPr>
            <a:spLocks noGrp="1"/>
          </p:cNvSpPr>
          <p:nvPr>
            <p:ph type="title" hasCustomPrompt="1"/>
            <p:custDataLst>
              <p:tags r:id="rId8"/>
            </p:custDataLst>
          </p:nvPr>
        </p:nvSpPr>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单击此处编辑标题</a:t>
            </a:r>
            <a:endParaRPr dirty="0">
              <a:sym typeface="+mn-ea"/>
            </a:endParaRPr>
          </a:p>
        </p:txBody>
      </p:sp>
      <p:sp>
        <p:nvSpPr>
          <p:cNvPr id="3" name="日期占位符 2"/>
          <p:cNvSpPr>
            <a:spLocks noGrp="1"/>
          </p:cNvSpPr>
          <p:nvPr>
            <p:ph type="dt" sz="half" idx="10"/>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lvl1pPr>
              <a:defRPr baseline="0">
                <a:solidFill>
                  <a:schemeClr val="tx1">
                    <a:lumMod val="85000"/>
                    <a:lumOff val="15000"/>
                  </a:schemeClr>
                </a:solidFill>
              </a:defRPr>
            </a:lvl1pPr>
          </a:lstStyle>
          <a:p>
            <a:endParaRPr lang="zh-CN" altLang="en-US"/>
          </a:p>
        </p:txBody>
      </p:sp>
      <p:sp>
        <p:nvSpPr>
          <p:cNvPr id="4" name="灯片编号占位符 3"/>
          <p:cNvSpPr>
            <a:spLocks noGrp="1"/>
          </p:cNvSpPr>
          <p:nvPr>
            <p:ph type="sldNum" sz="quarter" idx="12"/>
            <p:custDataLst>
              <p:tags r:id="rId4"/>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normAutofit/>
          </a:bodyPr>
          <a:lstStyle>
            <a:lvl1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solidFill>
                  <a:schemeClr val="tx1">
                    <a:lumMod val="85000"/>
                    <a:lumOff val="15000"/>
                  </a:schemeClr>
                </a:solidFill>
              </a:defRPr>
            </a:lvl1pPr>
          </a:lstStyle>
          <a:p>
            <a:endParaRPr lang="zh-CN" altLang="en-US"/>
          </a:p>
        </p:txBody>
      </p:sp>
      <p:sp>
        <p:nvSpPr>
          <p:cNvPr id="5" name="灯片编号占位符 4"/>
          <p:cNvSpPr>
            <a:spLocks noGrp="1"/>
          </p:cNvSpPr>
          <p:nvPr>
            <p:ph type="sldNum" sz="quarter" idx="12"/>
            <p:custDataLst>
              <p:tags r:id="rId4"/>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85000"/>
                    <a:lumOff val="15000"/>
                  </a:schemeClr>
                </a:solidFill>
              </a:defRPr>
            </a:lvl1pPr>
            <a:lvl2pPr>
              <a:defRPr baseline="0">
                <a:solidFill>
                  <a:schemeClr val="tx1">
                    <a:lumMod val="85000"/>
                    <a:lumOff val="15000"/>
                  </a:schemeClr>
                </a:solidFill>
              </a:defRPr>
            </a:lvl2pPr>
            <a:lvl3pPr>
              <a:defRPr baseline="0">
                <a:solidFill>
                  <a:schemeClr val="tx1">
                    <a:lumMod val="85000"/>
                    <a:lumOff val="15000"/>
                  </a:schemeClr>
                </a:solidFill>
              </a:defRPr>
            </a:lvl3pPr>
            <a:lvl4pPr>
              <a:defRPr baseline="0">
                <a:solidFill>
                  <a:schemeClr val="tx1">
                    <a:lumMod val="85000"/>
                    <a:lumOff val="15000"/>
                  </a:schemeClr>
                </a:solidFill>
              </a:defRPr>
            </a:lvl4pPr>
            <a:lvl5pPr>
              <a:defRPr baseline="0">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6" name="图片 5" descr="C:\Users\qiu\Desktop\图片1.jpg图片1"/>
          <p:cNvPicPr>
            <a:picLocks noChangeAspect="1"/>
          </p:cNvPicPr>
          <p:nvPr userDrawn="1">
            <p:custDataLst>
              <p:tags r:id="rId2"/>
            </p:custDataLst>
          </p:nvPr>
        </p:nvPicPr>
        <p:blipFill rotWithShape="1">
          <a:blip r:embed="rId3"/>
          <a:srcRect/>
          <a:stretch>
            <a:fillRect/>
          </a:stretch>
        </p:blipFill>
        <p:spPr>
          <a:xfrm>
            <a:off x="-1" y="0"/>
            <a:ext cx="12192001" cy="6855460"/>
          </a:xfrm>
          <a:prstGeom prst="rect">
            <a:avLst/>
          </a:prstGeom>
        </p:spPr>
      </p:pic>
      <p:pic>
        <p:nvPicPr>
          <p:cNvPr id="19" name="图片 18"/>
          <p:cNvPicPr>
            <a:picLocks noChangeAspect="1"/>
          </p:cNvPicPr>
          <p:nvPr userDrawn="1">
            <p:custDataLst>
              <p:tags r:id="rId4"/>
            </p:custDataLst>
          </p:nvPr>
        </p:nvPicPr>
        <p:blipFill>
          <a:blip r:embed="rId5"/>
          <a:stretch>
            <a:fillRect/>
          </a:stretch>
        </p:blipFill>
        <p:spPr>
          <a:xfrm flipH="1">
            <a:off x="39622" y="-390873"/>
            <a:ext cx="4637845" cy="3294947"/>
          </a:xfrm>
          <a:prstGeom prst="rect">
            <a:avLst/>
          </a:prstGeom>
        </p:spPr>
      </p:pic>
      <p:pic>
        <p:nvPicPr>
          <p:cNvPr id="20" name="图片 19"/>
          <p:cNvPicPr>
            <a:picLocks noChangeAspect="1"/>
          </p:cNvPicPr>
          <p:nvPr userDrawn="1">
            <p:custDataLst>
              <p:tags r:id="rId6"/>
            </p:custDataLst>
          </p:nvPr>
        </p:nvPicPr>
        <p:blipFill rotWithShape="1">
          <a:blip r:embed="rId7"/>
          <a:srcRect/>
          <a:stretch>
            <a:fillRect/>
          </a:stretch>
        </p:blipFill>
        <p:spPr>
          <a:xfrm>
            <a:off x="-1" y="4447677"/>
            <a:ext cx="4196735" cy="1841023"/>
          </a:xfrm>
          <a:prstGeom prst="rect">
            <a:avLst/>
          </a:prstGeom>
        </p:spPr>
      </p:pic>
      <p:pic>
        <p:nvPicPr>
          <p:cNvPr id="21" name="图片 20"/>
          <p:cNvPicPr>
            <a:picLocks noChangeAspect="1"/>
          </p:cNvPicPr>
          <p:nvPr userDrawn="1">
            <p:custDataLst>
              <p:tags r:id="rId8"/>
            </p:custDataLst>
          </p:nvPr>
        </p:nvPicPr>
        <p:blipFill>
          <a:blip r:embed="rId9"/>
          <a:stretch>
            <a:fillRect/>
          </a:stretch>
        </p:blipFill>
        <p:spPr>
          <a:xfrm>
            <a:off x="8496300" y="3334180"/>
            <a:ext cx="3696534" cy="3523819"/>
          </a:xfrm>
          <a:prstGeom prst="rect">
            <a:avLst/>
          </a:prstGeom>
        </p:spPr>
      </p:pic>
      <p:sp>
        <p:nvSpPr>
          <p:cNvPr id="2" name="标题 1"/>
          <p:cNvSpPr>
            <a:spLocks noGrp="1"/>
          </p:cNvSpPr>
          <p:nvPr>
            <p:ph type="title" hasCustomPrompt="1"/>
            <p:custDataLst>
              <p:tags r:id="rId10"/>
            </p:custDataLst>
          </p:nvPr>
        </p:nvSpPr>
        <p:spPr>
          <a:xfrm>
            <a:off x="2050473" y="2245404"/>
            <a:ext cx="7980218" cy="1088776"/>
          </a:xfrm>
        </p:spPr>
        <p:txBody>
          <a:bodyPr vert="horz" lIns="91440" tIns="45720" rIns="91440" bIns="45720" rtlCol="0" anchor="t" anchorCtr="0">
            <a:normAutofit/>
          </a:bodyPr>
          <a:lstStyle>
            <a:lvl1pPr marL="0" marR="0" algn="ctr" defTabSz="914400" rtl="0" eaLnBrk="1" fontAlgn="auto" latinLnBrk="0" hangingPunct="1">
              <a:lnSpc>
                <a:spcPct val="100000"/>
              </a:lnSpc>
              <a:buNone/>
              <a:defRPr kumimoji="0" lang="zh-CN" altLang="en-US" sz="6000" b="0" i="0" u="none" strike="noStrike" kern="1200" cap="none" spc="600" normalizeH="0" baseline="0" noProof="1" dirty="0">
                <a:solidFill>
                  <a:schemeClr val="accent1"/>
                </a:solidFill>
                <a:uFillTx/>
                <a:latin typeface="汉仪尚巍手书W" panose="00020600040101010101" pitchFamily="18" charset="-122"/>
                <a:ea typeface="汉仪尚巍手书W" panose="00020600040101010101" pitchFamily="18" charset="-122"/>
                <a:cs typeface="+mj-cs"/>
                <a:sym typeface="+mn-ea"/>
              </a:defRPr>
            </a:lvl1pPr>
          </a:lstStyle>
          <a:p>
            <a:pPr lvl="0"/>
            <a:r>
              <a:rPr dirty="0">
                <a:sym typeface="+mn-ea"/>
              </a:rPr>
              <a:t>单击此处编辑标题</a:t>
            </a:r>
            <a:endParaRPr dirty="0">
              <a:sym typeface="+mn-ea"/>
            </a:endParaRPr>
          </a:p>
        </p:txBody>
      </p:sp>
      <p:sp>
        <p:nvSpPr>
          <p:cNvPr id="3" name="日期占位符 2"/>
          <p:cNvSpPr>
            <a:spLocks noGrp="1"/>
          </p:cNvSpPr>
          <p:nvPr>
            <p:ph type="dt" sz="half" idx="10"/>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13"/>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
        <p:nvSpPr>
          <p:cNvPr id="7" name="文本占位符 6"/>
          <p:cNvSpPr>
            <a:spLocks noGrp="1"/>
          </p:cNvSpPr>
          <p:nvPr>
            <p:ph type="body" sz="quarter" idx="13" hasCustomPrompt="1"/>
            <p:custDataLst>
              <p:tags r:id="rId14"/>
            </p:custDataLst>
          </p:nvPr>
        </p:nvSpPr>
        <p:spPr>
          <a:xfrm>
            <a:off x="2051050" y="3429000"/>
            <a:ext cx="7980363" cy="957544"/>
          </a:xfrm>
        </p:spPr>
        <p:txBody>
          <a:bodyPr>
            <a:normAutofit/>
          </a:bodyPr>
          <a:lstStyle>
            <a:lvl1pPr marL="0" indent="0" algn="ctr">
              <a:buNone/>
              <a:defRPr sz="2400"/>
            </a:lvl1pPr>
          </a:lstStyle>
          <a:p>
            <a:pPr lvl="0"/>
            <a:r>
              <a:rPr lang="zh-CN" altLang="en-US" dirty="0"/>
              <a:t>单击此处编辑文本</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2"/>
            </p:custDataLst>
          </p:nvPr>
        </p:nvPicPr>
        <p:blipFill>
          <a:blip r:embed="rId3"/>
          <a:stretch>
            <a:fillRect/>
          </a:stretch>
        </p:blipFill>
        <p:spPr>
          <a:xfrm>
            <a:off x="0" y="0"/>
            <a:ext cx="12188825" cy="6858635"/>
          </a:xfrm>
          <a:prstGeom prst="rect">
            <a:avLst/>
          </a:prstGeom>
        </p:spPr>
      </p:pic>
      <p:pic>
        <p:nvPicPr>
          <p:cNvPr id="10" name="图片 9"/>
          <p:cNvPicPr>
            <a:picLocks noChangeAspect="1"/>
          </p:cNvPicPr>
          <p:nvPr userDrawn="1">
            <p:custDataLst>
              <p:tags r:id="rId4"/>
            </p:custDataLst>
          </p:nvPr>
        </p:nvPicPr>
        <p:blipFill>
          <a:blip r:embed="rId5"/>
          <a:stretch>
            <a:fillRect/>
          </a:stretch>
        </p:blipFill>
        <p:spPr>
          <a:xfrm>
            <a:off x="10491470" y="5155565"/>
            <a:ext cx="1786255" cy="1703070"/>
          </a:xfrm>
          <a:prstGeom prst="rect">
            <a:avLst/>
          </a:prstGeom>
        </p:spPr>
      </p:pic>
      <p:pic>
        <p:nvPicPr>
          <p:cNvPr id="9" name="图片 8"/>
          <p:cNvPicPr>
            <a:picLocks noChangeAspect="1"/>
          </p:cNvPicPr>
          <p:nvPr userDrawn="1">
            <p:custDataLst>
              <p:tags r:id="rId6"/>
            </p:custDataLst>
          </p:nvPr>
        </p:nvPicPr>
        <p:blipFill>
          <a:blip r:embed="rId7"/>
          <a:stretch>
            <a:fillRect/>
          </a:stretch>
        </p:blipFill>
        <p:spPr>
          <a:xfrm flipH="1">
            <a:off x="87" y="-78466"/>
            <a:ext cx="2913369" cy="2069797"/>
          </a:xfrm>
          <a:prstGeom prst="rect">
            <a:avLst/>
          </a:prstGeom>
        </p:spPr>
      </p:pic>
      <p:sp>
        <p:nvSpPr>
          <p:cNvPr id="2" name="标题 1"/>
          <p:cNvSpPr>
            <a:spLocks noGrp="1"/>
          </p:cNvSpPr>
          <p:nvPr>
            <p:ph type="title"/>
            <p:custDataLst>
              <p:tags r:id="rId8"/>
            </p:custDataLst>
          </p:nvPr>
        </p:nvSpPr>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153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p:cNvPicPr>
            <a:picLocks noChangeAspect="1"/>
          </p:cNvPicPr>
          <p:nvPr userDrawn="1">
            <p:custDataLst>
              <p:tags r:id="rId3"/>
            </p:custDataLst>
          </p:nvPr>
        </p:nvPicPr>
        <p:blipFill rotWithShape="1">
          <a:blip r:embed="rId4" cstate="screen"/>
          <a:srcRect/>
          <a:stretch>
            <a:fillRect/>
          </a:stretch>
        </p:blipFill>
        <p:spPr>
          <a:xfrm>
            <a:off x="290195" y="304165"/>
            <a:ext cx="11606530" cy="1042670"/>
          </a:xfrm>
          <a:prstGeom prst="rect">
            <a:avLst/>
          </a:prstGeom>
        </p:spPr>
      </p:pic>
      <p:pic>
        <p:nvPicPr>
          <p:cNvPr id="47" name="图片 46"/>
          <p:cNvPicPr>
            <a:picLocks noChangeAspect="1"/>
          </p:cNvPicPr>
          <p:nvPr userDrawn="1">
            <p:custDataLst>
              <p:tags r:id="rId5"/>
            </p:custDataLst>
          </p:nvPr>
        </p:nvPicPr>
        <p:blipFill rotWithShape="1">
          <a:blip r:embed="rId6" cstate="screen"/>
          <a:srcRect/>
          <a:stretch>
            <a:fillRect/>
          </a:stretch>
        </p:blipFill>
        <p:spPr>
          <a:xfrm flipH="1" flipV="1">
            <a:off x="291465" y="5567680"/>
            <a:ext cx="11606530" cy="986155"/>
          </a:xfrm>
          <a:prstGeom prst="rect">
            <a:avLst/>
          </a:prstGeom>
        </p:spPr>
      </p:pic>
      <p:pic>
        <p:nvPicPr>
          <p:cNvPr id="10" name="图片 9"/>
          <p:cNvPicPr>
            <a:picLocks noChangeAspect="1"/>
          </p:cNvPicPr>
          <p:nvPr userDrawn="1">
            <p:custDataLst>
              <p:tags r:id="rId7"/>
            </p:custDataLst>
          </p:nvPr>
        </p:nvPicPr>
        <p:blipFill>
          <a:blip r:embed="rId8"/>
          <a:stretch>
            <a:fillRect/>
          </a:stretch>
        </p:blipFill>
        <p:spPr>
          <a:xfrm>
            <a:off x="10779125" y="5488305"/>
            <a:ext cx="1117600" cy="1065530"/>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a:lstStyle/>
          <a:p>
            <a:endParaRPr lang="zh-CN" altLang="en-US" dirty="0"/>
          </a:p>
        </p:txBody>
      </p:sp>
      <p:sp>
        <p:nvSpPr>
          <p:cNvPr id="5" name="灯片编号占位符 4"/>
          <p:cNvSpPr>
            <a:spLocks noGrp="1"/>
          </p:cNvSpPr>
          <p:nvPr>
            <p:ph type="sldNum" sz="quarter" idx="12"/>
            <p:custDataLst>
              <p:tags r:id="rId13"/>
            </p:custDataLst>
          </p:nvPr>
        </p:nvSpPr>
        <p:spPr/>
        <p:txBody>
          <a:bodyPr/>
          <a:lstStyle/>
          <a:p>
            <a:fld id="{49AE70B2-8BF9-45C0-BB95-33D1B9D3A854}" type="slidenum">
              <a:rPr lang="zh-CN" altLang="en-US" smtClean="0"/>
            </a:fld>
            <a:endParaRPr lang="zh-CN" altLang="en-US" dirty="0"/>
          </a:p>
        </p:txBody>
      </p:sp>
      <p:pic>
        <p:nvPicPr>
          <p:cNvPr id="9" name="图片 8"/>
          <p:cNvPicPr>
            <a:picLocks noChangeAspect="1"/>
          </p:cNvPicPr>
          <p:nvPr userDrawn="1">
            <p:custDataLst>
              <p:tags r:id="rId14"/>
            </p:custDataLst>
          </p:nvPr>
        </p:nvPicPr>
        <p:blipFill>
          <a:blip r:embed="rId15"/>
          <a:stretch>
            <a:fillRect/>
          </a:stretch>
        </p:blipFill>
        <p:spPr>
          <a:xfrm flipH="1">
            <a:off x="0" y="-153670"/>
            <a:ext cx="2515870" cy="1788160"/>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0" y="0"/>
            <a:ext cx="12192000" cy="1146810"/>
          </a:xfrm>
          <a:prstGeom prst="rect">
            <a:avLst/>
          </a:prstGeom>
        </p:spPr>
      </p:pic>
      <p:pic>
        <p:nvPicPr>
          <p:cNvPr id="47" name="图片 46"/>
          <p:cNvPicPr>
            <a:picLocks noChangeAspect="1"/>
          </p:cNvPicPr>
          <p:nvPr userDrawn="1">
            <p:custDataLst>
              <p:tags r:id="rId4"/>
            </p:custDataLst>
          </p:nvPr>
        </p:nvPicPr>
        <p:blipFill rotWithShape="1">
          <a:blip r:embed="rId5" cstate="screen"/>
          <a:srcRect/>
          <a:stretch>
            <a:fillRect/>
          </a:stretch>
        </p:blipFill>
        <p:spPr>
          <a:xfrm flipH="1" flipV="1">
            <a:off x="0" y="5781040"/>
            <a:ext cx="12192000" cy="1084580"/>
          </a:xfrm>
          <a:prstGeom prst="rect">
            <a:avLst/>
          </a:prstGeom>
        </p:spPr>
      </p:pic>
      <p:pic>
        <p:nvPicPr>
          <p:cNvPr id="10" name="图片 9"/>
          <p:cNvPicPr>
            <a:picLocks noChangeAspect="1"/>
          </p:cNvPicPr>
          <p:nvPr userDrawn="1">
            <p:custDataLst>
              <p:tags r:id="rId6"/>
            </p:custDataLst>
          </p:nvPr>
        </p:nvPicPr>
        <p:blipFill>
          <a:blip r:embed="rId7"/>
          <a:stretch>
            <a:fillRect/>
          </a:stretch>
        </p:blipFill>
        <p:spPr>
          <a:xfrm>
            <a:off x="11074400" y="5781040"/>
            <a:ext cx="1117600" cy="1065530"/>
          </a:xfrm>
          <a:prstGeom prst="rect">
            <a:avLst/>
          </a:prstGeom>
        </p:spPr>
      </p:pic>
      <p:sp>
        <p:nvSpPr>
          <p:cNvPr id="8" name="矩形 7"/>
          <p:cNvSpPr/>
          <p:nvPr userDrawn="1">
            <p:custDataLst>
              <p:tags r:id="rId8"/>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pic>
        <p:nvPicPr>
          <p:cNvPr id="11" name="图片 10"/>
          <p:cNvPicPr>
            <a:picLocks noChangeAspect="1"/>
          </p:cNvPicPr>
          <p:nvPr userDrawn="1">
            <p:custDataLst>
              <p:tags r:id="rId9"/>
            </p:custDataLst>
          </p:nvPr>
        </p:nvPicPr>
        <p:blipFill rotWithShape="1">
          <a:blip r:embed="rId10"/>
          <a:srcRect/>
          <a:stretch>
            <a:fillRect/>
          </a:stretch>
        </p:blipFill>
        <p:spPr>
          <a:xfrm>
            <a:off x="0" y="-144780"/>
            <a:ext cx="2426970" cy="1064895"/>
          </a:xfrm>
          <a:prstGeom prst="rect">
            <a:avLst/>
          </a:prstGeom>
        </p:spPr>
      </p:pic>
      <p:sp>
        <p:nvSpPr>
          <p:cNvPr id="2" name="标题 1"/>
          <p:cNvSpPr>
            <a:spLocks noGrp="1"/>
          </p:cNvSpPr>
          <p:nvPr>
            <p:ph type="title" hasCustomPrompt="1"/>
            <p:custDataLst>
              <p:tags r:id="rId11"/>
            </p:custDataLst>
          </p:nvPr>
        </p:nvSpPr>
        <p:spPr>
          <a:xfrm>
            <a:off x="583200" y="770400"/>
            <a:ext cx="3960000" cy="882000"/>
          </a:xfrm>
        </p:spPr>
        <p:txBody>
          <a:bodyPr anchor="ct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5"/>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6"/>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4445" y="0"/>
            <a:ext cx="12192000" cy="1146810"/>
          </a:xfrm>
          <a:prstGeom prst="rect">
            <a:avLst/>
          </a:prstGeom>
        </p:spPr>
      </p:pic>
      <p:pic>
        <p:nvPicPr>
          <p:cNvPr id="47" name="图片 46"/>
          <p:cNvPicPr>
            <a:picLocks noChangeAspect="1"/>
          </p:cNvPicPr>
          <p:nvPr userDrawn="1">
            <p:custDataLst>
              <p:tags r:id="rId4"/>
            </p:custDataLst>
          </p:nvPr>
        </p:nvPicPr>
        <p:blipFill rotWithShape="1">
          <a:blip r:embed="rId5" cstate="screen"/>
          <a:srcRect/>
          <a:stretch>
            <a:fillRect/>
          </a:stretch>
        </p:blipFill>
        <p:spPr>
          <a:xfrm flipH="1" flipV="1">
            <a:off x="4445" y="5781040"/>
            <a:ext cx="12192000" cy="1084580"/>
          </a:xfrm>
          <a:prstGeom prst="rect">
            <a:avLst/>
          </a:prstGeom>
        </p:spPr>
      </p:pic>
      <p:pic>
        <p:nvPicPr>
          <p:cNvPr id="11" name="图片 10"/>
          <p:cNvPicPr>
            <a:picLocks noChangeAspect="1"/>
          </p:cNvPicPr>
          <p:nvPr userDrawn="1">
            <p:custDataLst>
              <p:tags r:id="rId6"/>
            </p:custDataLst>
          </p:nvPr>
        </p:nvPicPr>
        <p:blipFill rotWithShape="1">
          <a:blip r:embed="rId7"/>
          <a:srcRect/>
          <a:stretch>
            <a:fillRect/>
          </a:stretch>
        </p:blipFill>
        <p:spPr>
          <a:xfrm>
            <a:off x="9525" y="5781040"/>
            <a:ext cx="2426970" cy="1064895"/>
          </a:xfrm>
          <a:prstGeom prst="rect">
            <a:avLst/>
          </a:prstGeom>
        </p:spPr>
      </p:pic>
      <p:pic>
        <p:nvPicPr>
          <p:cNvPr id="6" name="图片 5"/>
          <p:cNvPicPr>
            <a:picLocks noChangeAspect="1"/>
          </p:cNvPicPr>
          <p:nvPr userDrawn="1">
            <p:custDataLst>
              <p:tags r:id="rId8"/>
            </p:custDataLst>
          </p:nvPr>
        </p:nvPicPr>
        <p:blipFill>
          <a:blip r:embed="rId9"/>
          <a:stretch>
            <a:fillRect/>
          </a:stretch>
        </p:blipFill>
        <p:spPr>
          <a:xfrm>
            <a:off x="11074400" y="5781040"/>
            <a:ext cx="1117600" cy="1065530"/>
          </a:xfrm>
          <a:prstGeom prst="rect">
            <a:avLst/>
          </a:prstGeom>
        </p:spPr>
      </p:pic>
      <p:sp>
        <p:nvSpPr>
          <p:cNvPr id="10" name="矩形 9"/>
          <p:cNvSpPr/>
          <p:nvPr userDrawn="1">
            <p:custDataLst>
              <p:tags r:id="rId10"/>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11"/>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5"/>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6"/>
            </p:custDataLst>
          </p:nvPr>
        </p:nvSpPr>
        <p:spPr>
          <a:xfrm>
            <a:off x="612140" y="2791490"/>
            <a:ext cx="10965600" cy="343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0" y="0"/>
            <a:ext cx="12192000" cy="1146810"/>
          </a:xfrm>
          <a:prstGeom prst="rect">
            <a:avLst/>
          </a:prstGeom>
        </p:spPr>
      </p:pic>
      <p:pic>
        <p:nvPicPr>
          <p:cNvPr id="20" name="图片 19"/>
          <p:cNvPicPr>
            <a:picLocks noChangeAspect="1"/>
          </p:cNvPicPr>
          <p:nvPr userDrawn="1">
            <p:custDataLst>
              <p:tags r:id="rId4"/>
            </p:custDataLst>
          </p:nvPr>
        </p:nvPicPr>
        <p:blipFill rotWithShape="1">
          <a:blip r:embed="rId5"/>
          <a:srcRect/>
          <a:stretch>
            <a:fillRect/>
          </a:stretch>
        </p:blipFill>
        <p:spPr>
          <a:xfrm flipH="1" flipV="1">
            <a:off x="9765030" y="41275"/>
            <a:ext cx="2426970" cy="1064895"/>
          </a:xfrm>
          <a:prstGeom prst="rect">
            <a:avLst/>
          </a:prstGeom>
        </p:spPr>
      </p:pic>
      <p:pic>
        <p:nvPicPr>
          <p:cNvPr id="6" name="图片 5"/>
          <p:cNvPicPr>
            <a:picLocks noChangeAspect="1"/>
          </p:cNvPicPr>
          <p:nvPr userDrawn="1">
            <p:custDataLst>
              <p:tags r:id="rId6"/>
            </p:custDataLst>
          </p:nvPr>
        </p:nvPicPr>
        <p:blipFill>
          <a:blip r:embed="rId7"/>
          <a:stretch>
            <a:fillRect/>
          </a:stretch>
        </p:blipFill>
        <p:spPr>
          <a:xfrm flipH="1">
            <a:off x="-179705" y="-394335"/>
            <a:ext cx="2515870" cy="1788160"/>
          </a:xfrm>
          <a:prstGeom prst="rect">
            <a:avLst/>
          </a:prstGeom>
        </p:spPr>
      </p:pic>
      <p:pic>
        <p:nvPicPr>
          <p:cNvPr id="47" name="图片 46"/>
          <p:cNvPicPr>
            <a:picLocks noChangeAspect="1"/>
          </p:cNvPicPr>
          <p:nvPr userDrawn="1">
            <p:custDataLst>
              <p:tags r:id="rId8"/>
            </p:custDataLst>
          </p:nvPr>
        </p:nvPicPr>
        <p:blipFill rotWithShape="1">
          <a:blip r:embed="rId9" cstate="screen"/>
          <a:srcRect/>
          <a:stretch>
            <a:fillRect/>
          </a:stretch>
        </p:blipFill>
        <p:spPr>
          <a:xfrm flipH="1" flipV="1">
            <a:off x="0" y="5781040"/>
            <a:ext cx="12192000" cy="1084580"/>
          </a:xfrm>
          <a:prstGeom prst="rect">
            <a:avLst/>
          </a:prstGeom>
        </p:spPr>
      </p:pic>
      <p:sp>
        <p:nvSpPr>
          <p:cNvPr id="8" name="矩形 7"/>
          <p:cNvSpPr/>
          <p:nvPr userDrawn="1">
            <p:custDataLst>
              <p:tags r:id="rId10"/>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11"/>
            </p:custDataLst>
          </p:nvPr>
        </p:nvSpPr>
        <p:spPr>
          <a:xfrm>
            <a:off x="604800" y="669600"/>
            <a:ext cx="10976400" cy="565200"/>
          </a:xfrm>
        </p:spPr>
        <p:txBody>
          <a:bodyPr anchor="ct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5"/>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6"/>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9525" y="0"/>
            <a:ext cx="12192000" cy="1146810"/>
          </a:xfrm>
          <a:prstGeom prst="rect">
            <a:avLst/>
          </a:prstGeom>
        </p:spPr>
      </p:pic>
      <p:pic>
        <p:nvPicPr>
          <p:cNvPr id="47" name="图片 46"/>
          <p:cNvPicPr>
            <a:picLocks noChangeAspect="1"/>
          </p:cNvPicPr>
          <p:nvPr userDrawn="1">
            <p:custDataLst>
              <p:tags r:id="rId4"/>
            </p:custDataLst>
          </p:nvPr>
        </p:nvPicPr>
        <p:blipFill rotWithShape="1">
          <a:blip r:embed="rId5" cstate="screen"/>
          <a:srcRect/>
          <a:stretch>
            <a:fillRect/>
          </a:stretch>
        </p:blipFill>
        <p:spPr>
          <a:xfrm flipH="1" flipV="1">
            <a:off x="9525" y="5781040"/>
            <a:ext cx="12192000" cy="1084580"/>
          </a:xfrm>
          <a:prstGeom prst="rect">
            <a:avLst/>
          </a:prstGeom>
        </p:spPr>
      </p:pic>
      <p:pic>
        <p:nvPicPr>
          <p:cNvPr id="6" name="图片 5"/>
          <p:cNvPicPr>
            <a:picLocks noChangeAspect="1"/>
          </p:cNvPicPr>
          <p:nvPr userDrawn="1">
            <p:custDataLst>
              <p:tags r:id="rId6"/>
            </p:custDataLst>
          </p:nvPr>
        </p:nvPicPr>
        <p:blipFill>
          <a:blip r:embed="rId7"/>
          <a:stretch>
            <a:fillRect/>
          </a:stretch>
        </p:blipFill>
        <p:spPr>
          <a:xfrm>
            <a:off x="11074400" y="5781040"/>
            <a:ext cx="1117600" cy="1065530"/>
          </a:xfrm>
          <a:prstGeom prst="rect">
            <a:avLst/>
          </a:prstGeom>
        </p:spPr>
      </p:pic>
      <p:pic>
        <p:nvPicPr>
          <p:cNvPr id="20" name="图片 19"/>
          <p:cNvPicPr>
            <a:picLocks noChangeAspect="1"/>
          </p:cNvPicPr>
          <p:nvPr userDrawn="1">
            <p:custDataLst>
              <p:tags r:id="rId8"/>
            </p:custDataLst>
          </p:nvPr>
        </p:nvPicPr>
        <p:blipFill rotWithShape="1">
          <a:blip r:embed="rId9"/>
          <a:srcRect/>
          <a:stretch>
            <a:fillRect/>
          </a:stretch>
        </p:blipFill>
        <p:spPr>
          <a:xfrm>
            <a:off x="9525" y="5781040"/>
            <a:ext cx="2426970" cy="1064895"/>
          </a:xfrm>
          <a:prstGeom prst="rect">
            <a:avLst/>
          </a:prstGeom>
        </p:spPr>
      </p:pic>
      <p:sp>
        <p:nvSpPr>
          <p:cNvPr id="10" name="矩形 9"/>
          <p:cNvSpPr/>
          <p:nvPr userDrawn="1">
            <p:custDataLst>
              <p:tags r:id="rId10"/>
            </p:custDataLst>
          </p:nvPr>
        </p:nvSpPr>
        <p:spPr>
          <a:xfrm>
            <a:off x="254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11"/>
            </p:custDataLst>
          </p:nvPr>
        </p:nvSpPr>
        <p:spPr>
          <a:xfrm>
            <a:off x="579600" y="237600"/>
            <a:ext cx="11037600" cy="441964"/>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5"/>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6"/>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7"/>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8"/>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0" y="0"/>
            <a:ext cx="12192000" cy="1146810"/>
          </a:xfrm>
          <a:prstGeom prst="rect">
            <a:avLst/>
          </a:prstGeom>
        </p:spPr>
      </p:pic>
      <p:pic>
        <p:nvPicPr>
          <p:cNvPr id="9" name="图片 8"/>
          <p:cNvPicPr>
            <a:picLocks noChangeAspect="1"/>
          </p:cNvPicPr>
          <p:nvPr userDrawn="1">
            <p:custDataLst>
              <p:tags r:id="rId4"/>
            </p:custDataLst>
          </p:nvPr>
        </p:nvPicPr>
        <p:blipFill>
          <a:blip r:embed="rId5"/>
          <a:stretch>
            <a:fillRect/>
          </a:stretch>
        </p:blipFill>
        <p:spPr>
          <a:xfrm flipH="1">
            <a:off x="-168910" y="-398145"/>
            <a:ext cx="2252345" cy="1600835"/>
          </a:xfrm>
          <a:prstGeom prst="rect">
            <a:avLst/>
          </a:prstGeom>
        </p:spPr>
      </p:pic>
      <p:pic>
        <p:nvPicPr>
          <p:cNvPr id="47" name="图片 46"/>
          <p:cNvPicPr>
            <a:picLocks noChangeAspect="1"/>
          </p:cNvPicPr>
          <p:nvPr userDrawn="1">
            <p:custDataLst>
              <p:tags r:id="rId6"/>
            </p:custDataLst>
          </p:nvPr>
        </p:nvPicPr>
        <p:blipFill rotWithShape="1">
          <a:blip r:embed="rId7" cstate="screen"/>
          <a:srcRect/>
          <a:stretch>
            <a:fillRect/>
          </a:stretch>
        </p:blipFill>
        <p:spPr>
          <a:xfrm flipH="1" flipV="1">
            <a:off x="0" y="5773420"/>
            <a:ext cx="12192000" cy="1084580"/>
          </a:xfrm>
          <a:prstGeom prst="rect">
            <a:avLst/>
          </a:prstGeom>
        </p:spPr>
      </p:pic>
      <p:sp>
        <p:nvSpPr>
          <p:cNvPr id="10" name="矩形 9"/>
          <p:cNvSpPr/>
          <p:nvPr userDrawn="1">
            <p:custDataLst>
              <p:tags r:id="rId8"/>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pic>
        <p:nvPicPr>
          <p:cNvPr id="6" name="图片 5"/>
          <p:cNvPicPr>
            <a:picLocks noChangeAspect="1"/>
          </p:cNvPicPr>
          <p:nvPr userDrawn="1">
            <p:custDataLst>
              <p:tags r:id="rId9"/>
            </p:custDataLst>
          </p:nvPr>
        </p:nvPicPr>
        <p:blipFill>
          <a:blip r:embed="rId10"/>
          <a:stretch>
            <a:fillRect/>
          </a:stretch>
        </p:blipFill>
        <p:spPr>
          <a:xfrm>
            <a:off x="10135141" y="4806255"/>
            <a:ext cx="2152307" cy="2051744"/>
          </a:xfrm>
          <a:prstGeom prst="rect">
            <a:avLst/>
          </a:prstGeom>
        </p:spPr>
      </p:pic>
      <p:pic>
        <p:nvPicPr>
          <p:cNvPr id="8" name="图片 7"/>
          <p:cNvPicPr>
            <a:picLocks noChangeAspect="1"/>
          </p:cNvPicPr>
          <p:nvPr userDrawn="1">
            <p:custDataLst>
              <p:tags r:id="rId11"/>
            </p:custDataLst>
          </p:nvPr>
        </p:nvPicPr>
        <p:blipFill rotWithShape="1">
          <a:blip r:embed="rId12"/>
          <a:srcRect/>
          <a:stretch>
            <a:fillRect/>
          </a:stretch>
        </p:blipFill>
        <p:spPr>
          <a:xfrm>
            <a:off x="0" y="4567555"/>
            <a:ext cx="3923030" cy="1720850"/>
          </a:xfrm>
          <a:prstGeom prst="rect">
            <a:avLst/>
          </a:prstGeom>
        </p:spPr>
      </p:pic>
      <p:sp>
        <p:nvSpPr>
          <p:cNvPr id="2" name="标题 1"/>
          <p:cNvSpPr>
            <a:spLocks noGrp="1"/>
          </p:cNvSpPr>
          <p:nvPr>
            <p:ph type="title" hasCustomPrompt="1"/>
            <p:custDataLst>
              <p:tags r:id="rId13"/>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a:lstStyle/>
          <a:p>
            <a:endParaRPr lang="zh-CN" altLang="en-US" dirty="0"/>
          </a:p>
        </p:txBody>
      </p:sp>
      <p:sp>
        <p:nvSpPr>
          <p:cNvPr id="5" name="灯片编号占位符 4"/>
          <p:cNvSpPr>
            <a:spLocks noGrp="1"/>
          </p:cNvSpPr>
          <p:nvPr>
            <p:ph type="sldNum" sz="quarter" idx="12"/>
            <p:custDataLst>
              <p:tags r:id="rId1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7"/>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3" Type="http://schemas.openxmlformats.org/officeDocument/2006/relationships/theme" Target="../theme/theme1.xml"/><Relationship Id="rId62" Type="http://schemas.openxmlformats.org/officeDocument/2006/relationships/tags" Target="../tags/tag62.xml"/><Relationship Id="rId61" Type="http://schemas.openxmlformats.org/officeDocument/2006/relationships/tags" Target="../tags/tag61.xml"/><Relationship Id="rId60" Type="http://schemas.openxmlformats.org/officeDocument/2006/relationships/tags" Target="../tags/tag60.xml"/><Relationship Id="rId6" Type="http://schemas.openxmlformats.org/officeDocument/2006/relationships/slideLayout" Target="../slideLayouts/slideLayout6.xml"/><Relationship Id="rId59" Type="http://schemas.openxmlformats.org/officeDocument/2006/relationships/tags" Target="../tags/tag59.xml"/><Relationship Id="rId58" Type="http://schemas.openxmlformats.org/officeDocument/2006/relationships/tags" Target="../tags/tag58.xml"/><Relationship Id="rId57" Type="http://schemas.openxmlformats.org/officeDocument/2006/relationships/tags" Target="../tags/tag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5" Type="http://schemas.openxmlformats.org/officeDocument/2006/relationships/theme" Target="../theme/theme2.xml"/><Relationship Id="rId24" Type="http://schemas.openxmlformats.org/officeDocument/2006/relationships/tags" Target="../tags/tag212.xml"/><Relationship Id="rId23" Type="http://schemas.openxmlformats.org/officeDocument/2006/relationships/tags" Target="../tags/tag211.xml"/><Relationship Id="rId22" Type="http://schemas.openxmlformats.org/officeDocument/2006/relationships/tags" Target="../tags/tag210.xml"/><Relationship Id="rId21" Type="http://schemas.openxmlformats.org/officeDocument/2006/relationships/tags" Target="../tags/tag209.xml"/><Relationship Id="rId20" Type="http://schemas.openxmlformats.org/officeDocument/2006/relationships/tags" Target="../tags/tag208.xml"/><Relationship Id="rId2" Type="http://schemas.openxmlformats.org/officeDocument/2006/relationships/slideLayout" Target="../slideLayouts/slideLayout58.xml"/><Relationship Id="rId19" Type="http://schemas.openxmlformats.org/officeDocument/2006/relationships/tags" Target="../tags/tag207.xml"/><Relationship Id="rId18" Type="http://schemas.openxmlformats.org/officeDocument/2006/relationships/slideLayout" Target="../slideLayouts/slideLayout74.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5" Type="http://schemas.openxmlformats.org/officeDocument/2006/relationships/slideLayout" Target="../slideLayouts/slideLayout71.xml"/><Relationship Id="rId14" Type="http://schemas.openxmlformats.org/officeDocument/2006/relationships/slideLayout" Target="../slideLayouts/slideLayout70.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5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6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楷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5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57.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3.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9" Type="http://schemas.openxmlformats.org/officeDocument/2006/relationships/notesSlide" Target="../notesSlides/notesSlide3.xml"/><Relationship Id="rId18" Type="http://schemas.openxmlformats.org/officeDocument/2006/relationships/slideLayout" Target="../slideLayouts/slideLayout62.xml"/><Relationship Id="rId17" Type="http://schemas.openxmlformats.org/officeDocument/2006/relationships/tags" Target="../tags/tag237.xml"/><Relationship Id="rId16" Type="http://schemas.openxmlformats.org/officeDocument/2006/relationships/tags" Target="../tags/tag236.xml"/><Relationship Id="rId15" Type="http://schemas.openxmlformats.org/officeDocument/2006/relationships/tags" Target="../tags/tag235.xml"/><Relationship Id="rId14" Type="http://schemas.openxmlformats.org/officeDocument/2006/relationships/tags" Target="../tags/tag234.xml"/><Relationship Id="rId13" Type="http://schemas.openxmlformats.org/officeDocument/2006/relationships/tags" Target="../tags/tag233.xml"/><Relationship Id="rId12" Type="http://schemas.openxmlformats.org/officeDocument/2006/relationships/tags" Target="../tags/tag232.xml"/><Relationship Id="rId11" Type="http://schemas.openxmlformats.org/officeDocument/2006/relationships/tags" Target="../tags/tag231.xml"/><Relationship Id="rId10" Type="http://schemas.openxmlformats.org/officeDocument/2006/relationships/tags" Target="../tags/tag230.xml"/><Relationship Id="rId1" Type="http://schemas.openxmlformats.org/officeDocument/2006/relationships/tags" Target="../tags/tag22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59.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5.xml.rels><?xml version="1.0" encoding="UTF-8" standalone="yes"?>
<Relationships xmlns="http://schemas.openxmlformats.org/package/2006/relationships"><Relationship Id="rId9" Type="http://schemas.openxmlformats.org/officeDocument/2006/relationships/tags" Target="../tags/tag246.xml"/><Relationship Id="rId8" Type="http://schemas.openxmlformats.org/officeDocument/2006/relationships/tags" Target="../tags/tag245.xml"/><Relationship Id="rId7" Type="http://schemas.openxmlformats.org/officeDocument/2006/relationships/tags" Target="../tags/tag244.xml"/><Relationship Id="rId6" Type="http://schemas.openxmlformats.org/officeDocument/2006/relationships/image" Target="../media/image6.png"/><Relationship Id="rId5" Type="http://schemas.openxmlformats.org/officeDocument/2006/relationships/tags" Target="../tags/tag243.xml"/><Relationship Id="rId4" Type="http://schemas.openxmlformats.org/officeDocument/2006/relationships/image" Target="../media/image8.png"/><Relationship Id="rId3" Type="http://schemas.openxmlformats.org/officeDocument/2006/relationships/tags" Target="../tags/tag242.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255.xml"/><Relationship Id="rId17" Type="http://schemas.openxmlformats.org/officeDocument/2006/relationships/tags" Target="../tags/tag254.xml"/><Relationship Id="rId16" Type="http://schemas.openxmlformats.org/officeDocument/2006/relationships/tags" Target="../tags/tag253.xml"/><Relationship Id="rId15" Type="http://schemas.openxmlformats.org/officeDocument/2006/relationships/tags" Target="../tags/tag252.xml"/><Relationship Id="rId14" Type="http://schemas.openxmlformats.org/officeDocument/2006/relationships/tags" Target="../tags/tag251.xml"/><Relationship Id="rId13" Type="http://schemas.openxmlformats.org/officeDocument/2006/relationships/tags" Target="../tags/tag250.xml"/><Relationship Id="rId12" Type="http://schemas.openxmlformats.org/officeDocument/2006/relationships/tags" Target="../tags/tag249.xml"/><Relationship Id="rId11" Type="http://schemas.openxmlformats.org/officeDocument/2006/relationships/tags" Target="../tags/tag248.xml"/><Relationship Id="rId10" Type="http://schemas.openxmlformats.org/officeDocument/2006/relationships/tags" Target="../tags/tag247.xml"/><Relationship Id="rId1" Type="http://schemas.openxmlformats.org/officeDocument/2006/relationships/tags" Target="../tags/tag241.xml"/></Relationships>
</file>

<file path=ppt/slides/_rels/slide6.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image" Target="../media/image6.png"/><Relationship Id="rId5" Type="http://schemas.openxmlformats.org/officeDocument/2006/relationships/tags" Target="../tags/tag258.xml"/><Relationship Id="rId4" Type="http://schemas.openxmlformats.org/officeDocument/2006/relationships/image" Target="../media/image8.png"/><Relationship Id="rId3" Type="http://schemas.openxmlformats.org/officeDocument/2006/relationships/tags" Target="../tags/tag257.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66.xml"/><Relationship Id="rId13" Type="http://schemas.openxmlformats.org/officeDocument/2006/relationships/tags" Target="../tags/tag265.xml"/><Relationship Id="rId12" Type="http://schemas.openxmlformats.org/officeDocument/2006/relationships/tags" Target="../tags/tag264.xml"/><Relationship Id="rId11" Type="http://schemas.openxmlformats.org/officeDocument/2006/relationships/tags" Target="../tags/tag263.xml"/><Relationship Id="rId10" Type="http://schemas.openxmlformats.org/officeDocument/2006/relationships/tags" Target="../tags/tag262.xml"/><Relationship Id="rId1" Type="http://schemas.openxmlformats.org/officeDocument/2006/relationships/tags" Target="../tags/tag256.xml"/></Relationships>
</file>

<file path=ppt/slides/_rels/slide7.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image" Target="../media/image6.png"/><Relationship Id="rId5" Type="http://schemas.openxmlformats.org/officeDocument/2006/relationships/tags" Target="../tags/tag269.xml"/><Relationship Id="rId4" Type="http://schemas.openxmlformats.org/officeDocument/2006/relationships/image" Target="../media/image8.png"/><Relationship Id="rId3" Type="http://schemas.openxmlformats.org/officeDocument/2006/relationships/tags" Target="../tags/tag268.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77.xml"/><Relationship Id="rId13" Type="http://schemas.openxmlformats.org/officeDocument/2006/relationships/tags" Target="../tags/tag276.xml"/><Relationship Id="rId12" Type="http://schemas.openxmlformats.org/officeDocument/2006/relationships/tags" Target="../tags/tag275.xml"/><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tags" Target="../tags/tag267.xml"/></Relationships>
</file>

<file path=ppt/slides/_rels/slide8.xml.rels><?xml version="1.0" encoding="UTF-8" standalone="yes"?>
<Relationships xmlns="http://schemas.openxmlformats.org/package/2006/relationships"><Relationship Id="rId9" Type="http://schemas.openxmlformats.org/officeDocument/2006/relationships/tags" Target="../tags/tag283.xml"/><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image" Target="../media/image6.png"/><Relationship Id="rId5" Type="http://schemas.openxmlformats.org/officeDocument/2006/relationships/tags" Target="../tags/tag280.xml"/><Relationship Id="rId4" Type="http://schemas.openxmlformats.org/officeDocument/2006/relationships/image" Target="../media/image8.png"/><Relationship Id="rId3" Type="http://schemas.openxmlformats.org/officeDocument/2006/relationships/tags" Target="../tags/tag279.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88.xml"/><Relationship Id="rId13" Type="http://schemas.openxmlformats.org/officeDocument/2006/relationships/tags" Target="../tags/tag287.xml"/><Relationship Id="rId12" Type="http://schemas.openxmlformats.org/officeDocument/2006/relationships/tags" Target="../tags/tag286.xml"/><Relationship Id="rId11" Type="http://schemas.openxmlformats.org/officeDocument/2006/relationships/tags" Target="../tags/tag285.xml"/><Relationship Id="rId10" Type="http://schemas.openxmlformats.org/officeDocument/2006/relationships/tags" Target="../tags/tag284.xml"/><Relationship Id="rId1" Type="http://schemas.openxmlformats.org/officeDocument/2006/relationships/tags" Target="../tags/tag278.xml"/></Relationships>
</file>

<file path=ppt/slides/_rels/slide9.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image" Target="../media/image6.png"/><Relationship Id="rId5" Type="http://schemas.openxmlformats.org/officeDocument/2006/relationships/tags" Target="../tags/tag291.xml"/><Relationship Id="rId4" Type="http://schemas.openxmlformats.org/officeDocument/2006/relationships/image" Target="../media/image8.png"/><Relationship Id="rId3" Type="http://schemas.openxmlformats.org/officeDocument/2006/relationships/tags" Target="../tags/tag290.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99.xml"/><Relationship Id="rId13" Type="http://schemas.openxmlformats.org/officeDocument/2006/relationships/tags" Target="../tags/tag298.xml"/><Relationship Id="rId12" Type="http://schemas.openxmlformats.org/officeDocument/2006/relationships/tags" Target="../tags/tag297.xml"/><Relationship Id="rId11" Type="http://schemas.openxmlformats.org/officeDocument/2006/relationships/tags" Target="../tags/tag296.xml"/><Relationship Id="rId10" Type="http://schemas.openxmlformats.org/officeDocument/2006/relationships/tags" Target="../tags/tag295.xml"/><Relationship Id="rId1" Type="http://schemas.openxmlformats.org/officeDocument/2006/relationships/tags" Target="../tags/tag289.xml"/></Relationships>
</file>

<file path=ppt/slides/_rels/slide10.xml.rels><?xml version="1.0" encoding="UTF-8" standalone="yes"?>
<Relationships xmlns="http://schemas.openxmlformats.org/package/2006/relationships"><Relationship Id="rId9" Type="http://schemas.openxmlformats.org/officeDocument/2006/relationships/tags" Target="../tags/tag305.xml"/><Relationship Id="rId8" Type="http://schemas.openxmlformats.org/officeDocument/2006/relationships/tags" Target="../tags/tag304.xml"/><Relationship Id="rId7" Type="http://schemas.openxmlformats.org/officeDocument/2006/relationships/tags" Target="../tags/tag303.xml"/><Relationship Id="rId6" Type="http://schemas.openxmlformats.org/officeDocument/2006/relationships/image" Target="../media/image6.png"/><Relationship Id="rId5" Type="http://schemas.openxmlformats.org/officeDocument/2006/relationships/tags" Target="../tags/tag302.xml"/><Relationship Id="rId4" Type="http://schemas.openxmlformats.org/officeDocument/2006/relationships/image" Target="../media/image8.png"/><Relationship Id="rId3" Type="http://schemas.openxmlformats.org/officeDocument/2006/relationships/tags" Target="../tags/tag301.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310.xml"/><Relationship Id="rId13" Type="http://schemas.openxmlformats.org/officeDocument/2006/relationships/tags" Target="../tags/tag309.xml"/><Relationship Id="rId12" Type="http://schemas.openxmlformats.org/officeDocument/2006/relationships/tags" Target="../tags/tag308.xml"/><Relationship Id="rId11" Type="http://schemas.openxmlformats.org/officeDocument/2006/relationships/tags" Target="../tags/tag307.xml"/><Relationship Id="rId10" Type="http://schemas.openxmlformats.org/officeDocument/2006/relationships/tags" Target="../tags/tag306.xml"/><Relationship Id="rId1" Type="http://schemas.openxmlformats.org/officeDocument/2006/relationships/tags" Target="../tags/tag300.xml"/></Relationships>
</file>

<file path=ppt/slides/_rels/slide11.xml.rels><?xml version="1.0" encoding="UTF-8" standalone="yes"?>
<Relationships xmlns="http://schemas.openxmlformats.org/package/2006/relationships"><Relationship Id="rId9" Type="http://schemas.openxmlformats.org/officeDocument/2006/relationships/tags" Target="../tags/tag316.xml"/><Relationship Id="rId8" Type="http://schemas.openxmlformats.org/officeDocument/2006/relationships/tags" Target="../tags/tag315.xml"/><Relationship Id="rId7" Type="http://schemas.openxmlformats.org/officeDocument/2006/relationships/tags" Target="../tags/tag314.xml"/><Relationship Id="rId6" Type="http://schemas.openxmlformats.org/officeDocument/2006/relationships/image" Target="../media/image6.png"/><Relationship Id="rId5" Type="http://schemas.openxmlformats.org/officeDocument/2006/relationships/tags" Target="../tags/tag313.xml"/><Relationship Id="rId4" Type="http://schemas.openxmlformats.org/officeDocument/2006/relationships/image" Target="../media/image8.png"/><Relationship Id="rId3" Type="http://schemas.openxmlformats.org/officeDocument/2006/relationships/tags" Target="../tags/tag312.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321.xml"/><Relationship Id="rId13" Type="http://schemas.openxmlformats.org/officeDocument/2006/relationships/tags" Target="../tags/tag320.xml"/><Relationship Id="rId12" Type="http://schemas.openxmlformats.org/officeDocument/2006/relationships/tags" Target="../tags/tag319.xml"/><Relationship Id="rId11" Type="http://schemas.openxmlformats.org/officeDocument/2006/relationships/tags" Target="../tags/tag318.xml"/><Relationship Id="rId10" Type="http://schemas.openxmlformats.org/officeDocument/2006/relationships/tags" Target="../tags/tag317.xml"/><Relationship Id="rId1" Type="http://schemas.openxmlformats.org/officeDocument/2006/relationships/tags" Target="../tags/tag311.xml"/></Relationships>
</file>

<file path=ppt/slides/_rels/slide12.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image" Target="../media/image6.png"/><Relationship Id="rId5" Type="http://schemas.openxmlformats.org/officeDocument/2006/relationships/tags" Target="../tags/tag324.xml"/><Relationship Id="rId4" Type="http://schemas.openxmlformats.org/officeDocument/2006/relationships/image" Target="../media/image8.png"/><Relationship Id="rId3" Type="http://schemas.openxmlformats.org/officeDocument/2006/relationships/tags" Target="../tags/tag323.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37.xml"/><Relationship Id="rId18" Type="http://schemas.openxmlformats.org/officeDocument/2006/relationships/tags" Target="../tags/tag336.xml"/><Relationship Id="rId17" Type="http://schemas.openxmlformats.org/officeDocument/2006/relationships/tags" Target="../tags/tag335.xml"/><Relationship Id="rId16" Type="http://schemas.openxmlformats.org/officeDocument/2006/relationships/tags" Target="../tags/tag334.xml"/><Relationship Id="rId15" Type="http://schemas.openxmlformats.org/officeDocument/2006/relationships/tags" Target="../tags/tag333.xml"/><Relationship Id="rId14" Type="http://schemas.openxmlformats.org/officeDocument/2006/relationships/tags" Target="../tags/tag332.xml"/><Relationship Id="rId13" Type="http://schemas.openxmlformats.org/officeDocument/2006/relationships/tags" Target="../tags/tag331.xml"/><Relationship Id="rId12" Type="http://schemas.openxmlformats.org/officeDocument/2006/relationships/tags" Target="../tags/tag330.xml"/><Relationship Id="rId11" Type="http://schemas.openxmlformats.org/officeDocument/2006/relationships/tags" Target="../tags/tag329.xml"/><Relationship Id="rId10" Type="http://schemas.openxmlformats.org/officeDocument/2006/relationships/tags" Target="../tags/tag328.xml"/><Relationship Id="rId1" Type="http://schemas.openxmlformats.org/officeDocument/2006/relationships/tags" Target="../tags/tag322.xml"/></Relationships>
</file>

<file path=ppt/slides/_rels/slide13.xml.rels><?xml version="1.0" encoding="UTF-8" standalone="yes"?>
<Relationships xmlns="http://schemas.openxmlformats.org/package/2006/relationships"><Relationship Id="rId9" Type="http://schemas.openxmlformats.org/officeDocument/2006/relationships/tags" Target="../tags/tag343.xml"/><Relationship Id="rId8" Type="http://schemas.openxmlformats.org/officeDocument/2006/relationships/tags" Target="../tags/tag342.xml"/><Relationship Id="rId7" Type="http://schemas.openxmlformats.org/officeDocument/2006/relationships/tags" Target="../tags/tag341.xml"/><Relationship Id="rId6" Type="http://schemas.openxmlformats.org/officeDocument/2006/relationships/image" Target="../media/image6.png"/><Relationship Id="rId5" Type="http://schemas.openxmlformats.org/officeDocument/2006/relationships/tags" Target="../tags/tag340.xml"/><Relationship Id="rId4" Type="http://schemas.openxmlformats.org/officeDocument/2006/relationships/image" Target="../media/image8.png"/><Relationship Id="rId3" Type="http://schemas.openxmlformats.org/officeDocument/2006/relationships/tags" Target="../tags/tag339.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53.xml"/><Relationship Id="rId18" Type="http://schemas.openxmlformats.org/officeDocument/2006/relationships/tags" Target="../tags/tag352.xml"/><Relationship Id="rId17" Type="http://schemas.openxmlformats.org/officeDocument/2006/relationships/tags" Target="../tags/tag351.xml"/><Relationship Id="rId16" Type="http://schemas.openxmlformats.org/officeDocument/2006/relationships/tags" Target="../tags/tag350.xml"/><Relationship Id="rId15" Type="http://schemas.openxmlformats.org/officeDocument/2006/relationships/tags" Target="../tags/tag349.xml"/><Relationship Id="rId14" Type="http://schemas.openxmlformats.org/officeDocument/2006/relationships/tags" Target="../tags/tag348.xml"/><Relationship Id="rId13" Type="http://schemas.openxmlformats.org/officeDocument/2006/relationships/tags" Target="../tags/tag347.xml"/><Relationship Id="rId12" Type="http://schemas.openxmlformats.org/officeDocument/2006/relationships/tags" Target="../tags/tag346.xml"/><Relationship Id="rId11" Type="http://schemas.openxmlformats.org/officeDocument/2006/relationships/tags" Target="../tags/tag345.xml"/><Relationship Id="rId10" Type="http://schemas.openxmlformats.org/officeDocument/2006/relationships/tags" Target="../tags/tag344.xml"/><Relationship Id="rId1" Type="http://schemas.openxmlformats.org/officeDocument/2006/relationships/tags" Target="../tags/tag338.xml"/></Relationships>
</file>

<file path=ppt/slides/_rels/slide14.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image" Target="../media/image6.png"/><Relationship Id="rId5" Type="http://schemas.openxmlformats.org/officeDocument/2006/relationships/tags" Target="../tags/tag356.xml"/><Relationship Id="rId4" Type="http://schemas.openxmlformats.org/officeDocument/2006/relationships/image" Target="../media/image8.png"/><Relationship Id="rId3" Type="http://schemas.openxmlformats.org/officeDocument/2006/relationships/tags" Target="../tags/tag355.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364.xml"/><Relationship Id="rId13" Type="http://schemas.openxmlformats.org/officeDocument/2006/relationships/tags" Target="../tags/tag363.xml"/><Relationship Id="rId12" Type="http://schemas.openxmlformats.org/officeDocument/2006/relationships/tags" Target="../tags/tag362.xml"/><Relationship Id="rId11" Type="http://schemas.openxmlformats.org/officeDocument/2006/relationships/tags" Target="../tags/tag361.xml"/><Relationship Id="rId10" Type="http://schemas.openxmlformats.org/officeDocument/2006/relationships/tags" Target="../tags/tag360.xml"/><Relationship Id="rId1" Type="http://schemas.openxmlformats.org/officeDocument/2006/relationships/tags" Target="../tags/tag354.xml"/></Relationships>
</file>

<file path=ppt/slides/_rels/slide15.xml.rels><?xml version="1.0" encoding="UTF-8" standalone="yes"?>
<Relationships xmlns="http://schemas.openxmlformats.org/package/2006/relationships"><Relationship Id="rId9" Type="http://schemas.openxmlformats.org/officeDocument/2006/relationships/tags" Target="../tags/tag370.xml"/><Relationship Id="rId8" Type="http://schemas.openxmlformats.org/officeDocument/2006/relationships/tags" Target="../tags/tag369.xml"/><Relationship Id="rId7" Type="http://schemas.openxmlformats.org/officeDocument/2006/relationships/tags" Target="../tags/tag368.xml"/><Relationship Id="rId6" Type="http://schemas.openxmlformats.org/officeDocument/2006/relationships/image" Target="../media/image6.png"/><Relationship Id="rId5" Type="http://schemas.openxmlformats.org/officeDocument/2006/relationships/tags" Target="../tags/tag367.xml"/><Relationship Id="rId4" Type="http://schemas.openxmlformats.org/officeDocument/2006/relationships/image" Target="../media/image8.png"/><Relationship Id="rId3" Type="http://schemas.openxmlformats.org/officeDocument/2006/relationships/tags" Target="../tags/tag366.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80.xml"/><Relationship Id="rId18" Type="http://schemas.openxmlformats.org/officeDocument/2006/relationships/tags" Target="../tags/tag379.xml"/><Relationship Id="rId17" Type="http://schemas.openxmlformats.org/officeDocument/2006/relationships/tags" Target="../tags/tag378.xml"/><Relationship Id="rId16" Type="http://schemas.openxmlformats.org/officeDocument/2006/relationships/tags" Target="../tags/tag377.xml"/><Relationship Id="rId15" Type="http://schemas.openxmlformats.org/officeDocument/2006/relationships/tags" Target="../tags/tag376.xml"/><Relationship Id="rId14" Type="http://schemas.openxmlformats.org/officeDocument/2006/relationships/tags" Target="../tags/tag375.xml"/><Relationship Id="rId13" Type="http://schemas.openxmlformats.org/officeDocument/2006/relationships/tags" Target="../tags/tag374.xml"/><Relationship Id="rId12" Type="http://schemas.openxmlformats.org/officeDocument/2006/relationships/tags" Target="../tags/tag373.xml"/><Relationship Id="rId11" Type="http://schemas.openxmlformats.org/officeDocument/2006/relationships/tags" Target="../tags/tag372.xml"/><Relationship Id="rId10" Type="http://schemas.openxmlformats.org/officeDocument/2006/relationships/tags" Target="../tags/tag371.xml"/><Relationship Id="rId1" Type="http://schemas.openxmlformats.org/officeDocument/2006/relationships/tags" Target="../tags/tag365.xml"/></Relationships>
</file>

<file path=ppt/slides/_rels/slide16.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image" Target="../media/image6.png"/><Relationship Id="rId5" Type="http://schemas.openxmlformats.org/officeDocument/2006/relationships/tags" Target="../tags/tag383.xml"/><Relationship Id="rId4" Type="http://schemas.openxmlformats.org/officeDocument/2006/relationships/image" Target="../media/image8.png"/><Relationship Id="rId3" Type="http://schemas.openxmlformats.org/officeDocument/2006/relationships/tags" Target="../tags/tag382.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96.xml"/><Relationship Id="rId18" Type="http://schemas.openxmlformats.org/officeDocument/2006/relationships/tags" Target="../tags/tag395.xml"/><Relationship Id="rId17" Type="http://schemas.openxmlformats.org/officeDocument/2006/relationships/tags" Target="../tags/tag394.xml"/><Relationship Id="rId16" Type="http://schemas.openxmlformats.org/officeDocument/2006/relationships/tags" Target="../tags/tag393.xml"/><Relationship Id="rId15" Type="http://schemas.openxmlformats.org/officeDocument/2006/relationships/tags" Target="../tags/tag392.xml"/><Relationship Id="rId14" Type="http://schemas.openxmlformats.org/officeDocument/2006/relationships/tags" Target="../tags/tag391.xml"/><Relationship Id="rId13" Type="http://schemas.openxmlformats.org/officeDocument/2006/relationships/tags" Target="../tags/tag390.xml"/><Relationship Id="rId12" Type="http://schemas.openxmlformats.org/officeDocument/2006/relationships/tags" Target="../tags/tag389.xml"/><Relationship Id="rId11" Type="http://schemas.openxmlformats.org/officeDocument/2006/relationships/tags" Target="../tags/tag388.xml"/><Relationship Id="rId10" Type="http://schemas.openxmlformats.org/officeDocument/2006/relationships/tags" Target="../tags/tag387.xml"/><Relationship Id="rId1" Type="http://schemas.openxmlformats.org/officeDocument/2006/relationships/tags" Target="../tags/tag381.xml"/></Relationships>
</file>

<file path=ppt/slides/_rels/slide17.xml.rels><?xml version="1.0" encoding="UTF-8" standalone="yes"?>
<Relationships xmlns="http://schemas.openxmlformats.org/package/2006/relationships"><Relationship Id="rId9" Type="http://schemas.openxmlformats.org/officeDocument/2006/relationships/tags" Target="../tags/tag402.xml"/><Relationship Id="rId8" Type="http://schemas.openxmlformats.org/officeDocument/2006/relationships/tags" Target="../tags/tag401.xml"/><Relationship Id="rId7" Type="http://schemas.openxmlformats.org/officeDocument/2006/relationships/tags" Target="../tags/tag400.xml"/><Relationship Id="rId6" Type="http://schemas.openxmlformats.org/officeDocument/2006/relationships/image" Target="../media/image6.png"/><Relationship Id="rId5" Type="http://schemas.openxmlformats.org/officeDocument/2006/relationships/tags" Target="../tags/tag399.xml"/><Relationship Id="rId4" Type="http://schemas.openxmlformats.org/officeDocument/2006/relationships/image" Target="../media/image8.png"/><Relationship Id="rId3" Type="http://schemas.openxmlformats.org/officeDocument/2006/relationships/tags" Target="../tags/tag398.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412.xml"/><Relationship Id="rId18" Type="http://schemas.openxmlformats.org/officeDocument/2006/relationships/tags" Target="../tags/tag411.xml"/><Relationship Id="rId17" Type="http://schemas.openxmlformats.org/officeDocument/2006/relationships/tags" Target="../tags/tag410.xml"/><Relationship Id="rId16" Type="http://schemas.openxmlformats.org/officeDocument/2006/relationships/tags" Target="../tags/tag409.xml"/><Relationship Id="rId15" Type="http://schemas.openxmlformats.org/officeDocument/2006/relationships/tags" Target="../tags/tag408.xml"/><Relationship Id="rId14" Type="http://schemas.openxmlformats.org/officeDocument/2006/relationships/tags" Target="../tags/tag407.xml"/><Relationship Id="rId13" Type="http://schemas.openxmlformats.org/officeDocument/2006/relationships/tags" Target="../tags/tag406.xml"/><Relationship Id="rId12" Type="http://schemas.openxmlformats.org/officeDocument/2006/relationships/tags" Target="../tags/tag405.xml"/><Relationship Id="rId11" Type="http://schemas.openxmlformats.org/officeDocument/2006/relationships/tags" Target="../tags/tag404.xml"/><Relationship Id="rId10" Type="http://schemas.openxmlformats.org/officeDocument/2006/relationships/tags" Target="../tags/tag403.xml"/><Relationship Id="rId1" Type="http://schemas.openxmlformats.org/officeDocument/2006/relationships/tags" Target="../tags/tag397.xml"/></Relationships>
</file>

<file path=ppt/slides/_rels/slide18.xml.rels><?xml version="1.0" encoding="UTF-8" standalone="yes"?>
<Relationships xmlns="http://schemas.openxmlformats.org/package/2006/relationships"><Relationship Id="rId9" Type="http://schemas.openxmlformats.org/officeDocument/2006/relationships/tags" Target="../tags/tag418.xml"/><Relationship Id="rId8" Type="http://schemas.openxmlformats.org/officeDocument/2006/relationships/tags" Target="../tags/tag417.xml"/><Relationship Id="rId7" Type="http://schemas.openxmlformats.org/officeDocument/2006/relationships/tags" Target="../tags/tag416.xml"/><Relationship Id="rId6" Type="http://schemas.openxmlformats.org/officeDocument/2006/relationships/image" Target="../media/image6.png"/><Relationship Id="rId5" Type="http://schemas.openxmlformats.org/officeDocument/2006/relationships/tags" Target="../tags/tag415.xml"/><Relationship Id="rId4" Type="http://schemas.openxmlformats.org/officeDocument/2006/relationships/image" Target="../media/image8.png"/><Relationship Id="rId3" Type="http://schemas.openxmlformats.org/officeDocument/2006/relationships/tags" Target="../tags/tag414.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23.xml"/><Relationship Id="rId13" Type="http://schemas.openxmlformats.org/officeDocument/2006/relationships/tags" Target="../tags/tag422.xml"/><Relationship Id="rId12" Type="http://schemas.openxmlformats.org/officeDocument/2006/relationships/tags" Target="../tags/tag421.xml"/><Relationship Id="rId11" Type="http://schemas.openxmlformats.org/officeDocument/2006/relationships/tags" Target="../tags/tag420.xml"/><Relationship Id="rId10" Type="http://schemas.openxmlformats.org/officeDocument/2006/relationships/tags" Target="../tags/tag419.xml"/><Relationship Id="rId1" Type="http://schemas.openxmlformats.org/officeDocument/2006/relationships/tags" Target="../tags/tag413.xml"/></Relationships>
</file>

<file path=ppt/slides/_rels/slide19.xml.rels><?xml version="1.0" encoding="UTF-8" standalone="yes"?>
<Relationships xmlns="http://schemas.openxmlformats.org/package/2006/relationships"><Relationship Id="rId9" Type="http://schemas.openxmlformats.org/officeDocument/2006/relationships/tags" Target="../tags/tag429.xml"/><Relationship Id="rId8" Type="http://schemas.openxmlformats.org/officeDocument/2006/relationships/tags" Target="../tags/tag428.xml"/><Relationship Id="rId7" Type="http://schemas.openxmlformats.org/officeDocument/2006/relationships/tags" Target="../tags/tag427.xml"/><Relationship Id="rId6" Type="http://schemas.openxmlformats.org/officeDocument/2006/relationships/image" Target="../media/image6.png"/><Relationship Id="rId5" Type="http://schemas.openxmlformats.org/officeDocument/2006/relationships/tags" Target="../tags/tag426.xml"/><Relationship Id="rId4" Type="http://schemas.openxmlformats.org/officeDocument/2006/relationships/image" Target="../media/image8.png"/><Relationship Id="rId3" Type="http://schemas.openxmlformats.org/officeDocument/2006/relationships/tags" Target="../tags/tag425.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34.xml"/><Relationship Id="rId13" Type="http://schemas.openxmlformats.org/officeDocument/2006/relationships/tags" Target="../tags/tag433.xml"/><Relationship Id="rId12" Type="http://schemas.openxmlformats.org/officeDocument/2006/relationships/tags" Target="../tags/tag432.xml"/><Relationship Id="rId11" Type="http://schemas.openxmlformats.org/officeDocument/2006/relationships/tags" Target="../tags/tag431.xml"/><Relationship Id="rId10" Type="http://schemas.openxmlformats.org/officeDocument/2006/relationships/tags" Target="../tags/tag430.xml"/><Relationship Id="rId1" Type="http://schemas.openxmlformats.org/officeDocument/2006/relationships/tags" Target="../tags/tag424.xml"/></Relationships>
</file>

<file path=ppt/slides/_rels/slide20.xml.rels><?xml version="1.0" encoding="UTF-8" standalone="yes"?>
<Relationships xmlns="http://schemas.openxmlformats.org/package/2006/relationships"><Relationship Id="rId9" Type="http://schemas.openxmlformats.org/officeDocument/2006/relationships/tags" Target="../tags/tag440.xml"/><Relationship Id="rId8" Type="http://schemas.openxmlformats.org/officeDocument/2006/relationships/tags" Target="../tags/tag439.xml"/><Relationship Id="rId7" Type="http://schemas.openxmlformats.org/officeDocument/2006/relationships/tags" Target="../tags/tag438.xml"/><Relationship Id="rId6" Type="http://schemas.openxmlformats.org/officeDocument/2006/relationships/image" Target="../media/image6.png"/><Relationship Id="rId5" Type="http://schemas.openxmlformats.org/officeDocument/2006/relationships/tags" Target="../tags/tag437.xml"/><Relationship Id="rId4" Type="http://schemas.openxmlformats.org/officeDocument/2006/relationships/image" Target="../media/image8.png"/><Relationship Id="rId3" Type="http://schemas.openxmlformats.org/officeDocument/2006/relationships/tags" Target="../tags/tag436.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45.xml"/><Relationship Id="rId13" Type="http://schemas.openxmlformats.org/officeDocument/2006/relationships/tags" Target="../tags/tag444.xml"/><Relationship Id="rId12" Type="http://schemas.openxmlformats.org/officeDocument/2006/relationships/tags" Target="../tags/tag443.xml"/><Relationship Id="rId11" Type="http://schemas.openxmlformats.org/officeDocument/2006/relationships/tags" Target="../tags/tag442.xml"/><Relationship Id="rId10" Type="http://schemas.openxmlformats.org/officeDocument/2006/relationships/tags" Target="../tags/tag441.xml"/><Relationship Id="rId1" Type="http://schemas.openxmlformats.org/officeDocument/2006/relationships/tags" Target="../tags/tag435.xml"/></Relationships>
</file>

<file path=ppt/slides/_rels/slide21.xml.rels><?xml version="1.0" encoding="UTF-8" standalone="yes"?>
<Relationships xmlns="http://schemas.openxmlformats.org/package/2006/relationships"><Relationship Id="rId9" Type="http://schemas.openxmlformats.org/officeDocument/2006/relationships/tags" Target="../tags/tag451.xml"/><Relationship Id="rId8" Type="http://schemas.openxmlformats.org/officeDocument/2006/relationships/tags" Target="../tags/tag450.xml"/><Relationship Id="rId7" Type="http://schemas.openxmlformats.org/officeDocument/2006/relationships/tags" Target="../tags/tag449.xml"/><Relationship Id="rId6" Type="http://schemas.openxmlformats.org/officeDocument/2006/relationships/image" Target="../media/image6.png"/><Relationship Id="rId5" Type="http://schemas.openxmlformats.org/officeDocument/2006/relationships/tags" Target="../tags/tag448.xml"/><Relationship Id="rId4" Type="http://schemas.openxmlformats.org/officeDocument/2006/relationships/image" Target="../media/image8.png"/><Relationship Id="rId3" Type="http://schemas.openxmlformats.org/officeDocument/2006/relationships/tags" Target="../tags/tag447.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461.xml"/><Relationship Id="rId18" Type="http://schemas.openxmlformats.org/officeDocument/2006/relationships/tags" Target="../tags/tag460.xml"/><Relationship Id="rId17" Type="http://schemas.openxmlformats.org/officeDocument/2006/relationships/tags" Target="../tags/tag459.xml"/><Relationship Id="rId16" Type="http://schemas.openxmlformats.org/officeDocument/2006/relationships/tags" Target="../tags/tag458.xml"/><Relationship Id="rId15" Type="http://schemas.openxmlformats.org/officeDocument/2006/relationships/tags" Target="../tags/tag457.xml"/><Relationship Id="rId14" Type="http://schemas.openxmlformats.org/officeDocument/2006/relationships/tags" Target="../tags/tag456.xml"/><Relationship Id="rId13" Type="http://schemas.openxmlformats.org/officeDocument/2006/relationships/tags" Target="../tags/tag455.xml"/><Relationship Id="rId12" Type="http://schemas.openxmlformats.org/officeDocument/2006/relationships/tags" Target="../tags/tag454.xml"/><Relationship Id="rId11" Type="http://schemas.openxmlformats.org/officeDocument/2006/relationships/tags" Target="../tags/tag453.xml"/><Relationship Id="rId10" Type="http://schemas.openxmlformats.org/officeDocument/2006/relationships/tags" Target="../tags/tag452.xml"/><Relationship Id="rId1" Type="http://schemas.openxmlformats.org/officeDocument/2006/relationships/tags" Target="../tags/tag446.xml"/></Relationships>
</file>

<file path=ppt/slides/_rels/slide22.xml.rels><?xml version="1.0" encoding="UTF-8" standalone="yes"?>
<Relationships xmlns="http://schemas.openxmlformats.org/package/2006/relationships"><Relationship Id="rId9" Type="http://schemas.openxmlformats.org/officeDocument/2006/relationships/tags" Target="../tags/tag467.xml"/><Relationship Id="rId8" Type="http://schemas.openxmlformats.org/officeDocument/2006/relationships/tags" Target="../tags/tag466.xml"/><Relationship Id="rId7" Type="http://schemas.openxmlformats.org/officeDocument/2006/relationships/tags" Target="../tags/tag465.xml"/><Relationship Id="rId6" Type="http://schemas.openxmlformats.org/officeDocument/2006/relationships/image" Target="../media/image6.png"/><Relationship Id="rId5" Type="http://schemas.openxmlformats.org/officeDocument/2006/relationships/tags" Target="../tags/tag464.xml"/><Relationship Id="rId4" Type="http://schemas.openxmlformats.org/officeDocument/2006/relationships/image" Target="../media/image8.png"/><Relationship Id="rId3" Type="http://schemas.openxmlformats.org/officeDocument/2006/relationships/tags" Target="../tags/tag463.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72.xml"/><Relationship Id="rId13" Type="http://schemas.openxmlformats.org/officeDocument/2006/relationships/tags" Target="../tags/tag471.xml"/><Relationship Id="rId12" Type="http://schemas.openxmlformats.org/officeDocument/2006/relationships/tags" Target="../tags/tag470.xml"/><Relationship Id="rId11" Type="http://schemas.openxmlformats.org/officeDocument/2006/relationships/tags" Target="../tags/tag469.xml"/><Relationship Id="rId10" Type="http://schemas.openxmlformats.org/officeDocument/2006/relationships/tags" Target="../tags/tag468.xml"/><Relationship Id="rId1" Type="http://schemas.openxmlformats.org/officeDocument/2006/relationships/tags" Target="../tags/tag462.xml"/></Relationships>
</file>

<file path=ppt/slides/_rels/slide23.xml.rels><?xml version="1.0" encoding="UTF-8" standalone="yes"?>
<Relationships xmlns="http://schemas.openxmlformats.org/package/2006/relationships"><Relationship Id="rId9" Type="http://schemas.openxmlformats.org/officeDocument/2006/relationships/tags" Target="../tags/tag478.xml"/><Relationship Id="rId8" Type="http://schemas.openxmlformats.org/officeDocument/2006/relationships/tags" Target="../tags/tag477.xml"/><Relationship Id="rId7" Type="http://schemas.openxmlformats.org/officeDocument/2006/relationships/tags" Target="../tags/tag476.xml"/><Relationship Id="rId6" Type="http://schemas.openxmlformats.org/officeDocument/2006/relationships/image" Target="../media/image6.png"/><Relationship Id="rId5" Type="http://schemas.openxmlformats.org/officeDocument/2006/relationships/tags" Target="../tags/tag475.xml"/><Relationship Id="rId4" Type="http://schemas.openxmlformats.org/officeDocument/2006/relationships/image" Target="../media/image8.png"/><Relationship Id="rId3" Type="http://schemas.openxmlformats.org/officeDocument/2006/relationships/tags" Target="../tags/tag474.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83.xml"/><Relationship Id="rId13" Type="http://schemas.openxmlformats.org/officeDocument/2006/relationships/tags" Target="../tags/tag482.xml"/><Relationship Id="rId12" Type="http://schemas.openxmlformats.org/officeDocument/2006/relationships/tags" Target="../tags/tag481.xml"/><Relationship Id="rId11" Type="http://schemas.openxmlformats.org/officeDocument/2006/relationships/tags" Target="../tags/tag480.xml"/><Relationship Id="rId10" Type="http://schemas.openxmlformats.org/officeDocument/2006/relationships/tags" Target="../tags/tag479.xml"/><Relationship Id="rId1" Type="http://schemas.openxmlformats.org/officeDocument/2006/relationships/tags" Target="../tags/tag473.xml"/></Relationships>
</file>

<file path=ppt/slides/_rels/slide24.xml.rels><?xml version="1.0" encoding="UTF-8" standalone="yes"?>
<Relationships xmlns="http://schemas.openxmlformats.org/package/2006/relationships"><Relationship Id="rId9" Type="http://schemas.openxmlformats.org/officeDocument/2006/relationships/tags" Target="../tags/tag489.xml"/><Relationship Id="rId8" Type="http://schemas.openxmlformats.org/officeDocument/2006/relationships/tags" Target="../tags/tag488.xml"/><Relationship Id="rId7" Type="http://schemas.openxmlformats.org/officeDocument/2006/relationships/tags" Target="../tags/tag487.xml"/><Relationship Id="rId6" Type="http://schemas.openxmlformats.org/officeDocument/2006/relationships/image" Target="../media/image6.png"/><Relationship Id="rId5" Type="http://schemas.openxmlformats.org/officeDocument/2006/relationships/tags" Target="../tags/tag486.xml"/><Relationship Id="rId4" Type="http://schemas.openxmlformats.org/officeDocument/2006/relationships/image" Target="../media/image8.png"/><Relationship Id="rId3" Type="http://schemas.openxmlformats.org/officeDocument/2006/relationships/tags" Target="../tags/tag485.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94.xml"/><Relationship Id="rId13" Type="http://schemas.openxmlformats.org/officeDocument/2006/relationships/tags" Target="../tags/tag493.xml"/><Relationship Id="rId12" Type="http://schemas.openxmlformats.org/officeDocument/2006/relationships/tags" Target="../tags/tag492.xml"/><Relationship Id="rId11" Type="http://schemas.openxmlformats.org/officeDocument/2006/relationships/tags" Target="../tags/tag491.xml"/><Relationship Id="rId10" Type="http://schemas.openxmlformats.org/officeDocument/2006/relationships/tags" Target="../tags/tag490.xml"/><Relationship Id="rId1" Type="http://schemas.openxmlformats.org/officeDocument/2006/relationships/tags" Target="../tags/tag484.xml"/></Relationships>
</file>

<file path=ppt/slides/_rels/slide25.xml.rels><?xml version="1.0" encoding="UTF-8" standalone="yes"?>
<Relationships xmlns="http://schemas.openxmlformats.org/package/2006/relationships"><Relationship Id="rId9" Type="http://schemas.openxmlformats.org/officeDocument/2006/relationships/tags" Target="../tags/tag500.xml"/><Relationship Id="rId8" Type="http://schemas.openxmlformats.org/officeDocument/2006/relationships/tags" Target="../tags/tag499.xml"/><Relationship Id="rId7" Type="http://schemas.openxmlformats.org/officeDocument/2006/relationships/tags" Target="../tags/tag498.xml"/><Relationship Id="rId6" Type="http://schemas.openxmlformats.org/officeDocument/2006/relationships/image" Target="../media/image6.png"/><Relationship Id="rId5" Type="http://schemas.openxmlformats.org/officeDocument/2006/relationships/tags" Target="../tags/tag497.xml"/><Relationship Id="rId4" Type="http://schemas.openxmlformats.org/officeDocument/2006/relationships/image" Target="../media/image8.png"/><Relationship Id="rId3" Type="http://schemas.openxmlformats.org/officeDocument/2006/relationships/tags" Target="../tags/tag496.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505.xml"/><Relationship Id="rId13" Type="http://schemas.openxmlformats.org/officeDocument/2006/relationships/tags" Target="../tags/tag504.xml"/><Relationship Id="rId12" Type="http://schemas.openxmlformats.org/officeDocument/2006/relationships/tags" Target="../tags/tag503.xml"/><Relationship Id="rId11" Type="http://schemas.openxmlformats.org/officeDocument/2006/relationships/tags" Target="../tags/tag502.xml"/><Relationship Id="rId10" Type="http://schemas.openxmlformats.org/officeDocument/2006/relationships/tags" Target="../tags/tag501.xml"/><Relationship Id="rId1" Type="http://schemas.openxmlformats.org/officeDocument/2006/relationships/tags" Target="../tags/tag495.xml"/></Relationships>
</file>

<file path=ppt/slides/_rels/slide26.xml.rels><?xml version="1.0" encoding="UTF-8" standalone="yes"?>
<Relationships xmlns="http://schemas.openxmlformats.org/package/2006/relationships"><Relationship Id="rId9" Type="http://schemas.openxmlformats.org/officeDocument/2006/relationships/tags" Target="../tags/tag511.xml"/><Relationship Id="rId8" Type="http://schemas.openxmlformats.org/officeDocument/2006/relationships/tags" Target="../tags/tag510.xml"/><Relationship Id="rId7" Type="http://schemas.openxmlformats.org/officeDocument/2006/relationships/tags" Target="../tags/tag509.xml"/><Relationship Id="rId6" Type="http://schemas.openxmlformats.org/officeDocument/2006/relationships/image" Target="../media/image6.png"/><Relationship Id="rId5" Type="http://schemas.openxmlformats.org/officeDocument/2006/relationships/tags" Target="../tags/tag508.xml"/><Relationship Id="rId4" Type="http://schemas.openxmlformats.org/officeDocument/2006/relationships/image" Target="../media/image8.png"/><Relationship Id="rId3" Type="http://schemas.openxmlformats.org/officeDocument/2006/relationships/tags" Target="../tags/tag507.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521.xml"/><Relationship Id="rId18" Type="http://schemas.openxmlformats.org/officeDocument/2006/relationships/tags" Target="../tags/tag520.xml"/><Relationship Id="rId17" Type="http://schemas.openxmlformats.org/officeDocument/2006/relationships/tags" Target="../tags/tag519.xml"/><Relationship Id="rId16" Type="http://schemas.openxmlformats.org/officeDocument/2006/relationships/tags" Target="../tags/tag518.xml"/><Relationship Id="rId15" Type="http://schemas.openxmlformats.org/officeDocument/2006/relationships/tags" Target="../tags/tag517.xml"/><Relationship Id="rId14" Type="http://schemas.openxmlformats.org/officeDocument/2006/relationships/tags" Target="../tags/tag516.xml"/><Relationship Id="rId13" Type="http://schemas.openxmlformats.org/officeDocument/2006/relationships/tags" Target="../tags/tag515.xml"/><Relationship Id="rId12" Type="http://schemas.openxmlformats.org/officeDocument/2006/relationships/tags" Target="../tags/tag514.xml"/><Relationship Id="rId11" Type="http://schemas.openxmlformats.org/officeDocument/2006/relationships/tags" Target="../tags/tag513.xml"/><Relationship Id="rId10" Type="http://schemas.openxmlformats.org/officeDocument/2006/relationships/tags" Target="../tags/tag512.xml"/><Relationship Id="rId1" Type="http://schemas.openxmlformats.org/officeDocument/2006/relationships/tags" Target="../tags/tag506.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59.xml"/><Relationship Id="rId3" Type="http://schemas.openxmlformats.org/officeDocument/2006/relationships/tags" Target="../tags/tag524.xml"/><Relationship Id="rId2" Type="http://schemas.openxmlformats.org/officeDocument/2006/relationships/tags" Target="../tags/tag523.xml"/><Relationship Id="rId1" Type="http://schemas.openxmlformats.org/officeDocument/2006/relationships/tags" Target="../tags/tag522.xml"/></Relationships>
</file>

<file path=ppt/slides/_rels/slide28.xml.rels><?xml version="1.0" encoding="UTF-8" standalone="yes"?>
<Relationships xmlns="http://schemas.openxmlformats.org/package/2006/relationships"><Relationship Id="rId9" Type="http://schemas.openxmlformats.org/officeDocument/2006/relationships/tags" Target="../tags/tag530.xml"/><Relationship Id="rId8" Type="http://schemas.openxmlformats.org/officeDocument/2006/relationships/tags" Target="../tags/tag529.xml"/><Relationship Id="rId7" Type="http://schemas.openxmlformats.org/officeDocument/2006/relationships/tags" Target="../tags/tag528.xml"/><Relationship Id="rId6" Type="http://schemas.openxmlformats.org/officeDocument/2006/relationships/image" Target="../media/image6.png"/><Relationship Id="rId5" Type="http://schemas.openxmlformats.org/officeDocument/2006/relationships/tags" Target="../tags/tag527.xml"/><Relationship Id="rId4" Type="http://schemas.openxmlformats.org/officeDocument/2006/relationships/image" Target="../media/image8.png"/><Relationship Id="rId3" Type="http://schemas.openxmlformats.org/officeDocument/2006/relationships/tags" Target="../tags/tag526.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534.xml"/><Relationship Id="rId12" Type="http://schemas.openxmlformats.org/officeDocument/2006/relationships/tags" Target="../tags/tag533.xml"/><Relationship Id="rId11" Type="http://schemas.openxmlformats.org/officeDocument/2006/relationships/tags" Target="../tags/tag532.xml"/><Relationship Id="rId10" Type="http://schemas.openxmlformats.org/officeDocument/2006/relationships/tags" Target="../tags/tag531.xml"/><Relationship Id="rId1" Type="http://schemas.openxmlformats.org/officeDocument/2006/relationships/tags" Target="../tags/tag525.xml"/></Relationships>
</file>

<file path=ppt/slides/_rels/slide29.xml.rels><?xml version="1.0" encoding="UTF-8" standalone="yes"?>
<Relationships xmlns="http://schemas.openxmlformats.org/package/2006/relationships"><Relationship Id="rId9" Type="http://schemas.openxmlformats.org/officeDocument/2006/relationships/tags" Target="../tags/tag540.xml"/><Relationship Id="rId8" Type="http://schemas.openxmlformats.org/officeDocument/2006/relationships/tags" Target="../tags/tag539.xml"/><Relationship Id="rId7" Type="http://schemas.openxmlformats.org/officeDocument/2006/relationships/tags" Target="../tags/tag538.xml"/><Relationship Id="rId6" Type="http://schemas.openxmlformats.org/officeDocument/2006/relationships/image" Target="../media/image6.png"/><Relationship Id="rId5" Type="http://schemas.openxmlformats.org/officeDocument/2006/relationships/tags" Target="../tags/tag537.xml"/><Relationship Id="rId4" Type="http://schemas.openxmlformats.org/officeDocument/2006/relationships/image" Target="../media/image8.png"/><Relationship Id="rId3" Type="http://schemas.openxmlformats.org/officeDocument/2006/relationships/tags" Target="../tags/tag536.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550.xml"/><Relationship Id="rId18" Type="http://schemas.openxmlformats.org/officeDocument/2006/relationships/tags" Target="../tags/tag549.xml"/><Relationship Id="rId17" Type="http://schemas.openxmlformats.org/officeDocument/2006/relationships/tags" Target="../tags/tag548.xml"/><Relationship Id="rId16" Type="http://schemas.openxmlformats.org/officeDocument/2006/relationships/tags" Target="../tags/tag547.xml"/><Relationship Id="rId15" Type="http://schemas.openxmlformats.org/officeDocument/2006/relationships/tags" Target="../tags/tag546.xml"/><Relationship Id="rId14" Type="http://schemas.openxmlformats.org/officeDocument/2006/relationships/tags" Target="../tags/tag545.xml"/><Relationship Id="rId13" Type="http://schemas.openxmlformats.org/officeDocument/2006/relationships/tags" Target="../tags/tag544.xml"/><Relationship Id="rId12" Type="http://schemas.openxmlformats.org/officeDocument/2006/relationships/tags" Target="../tags/tag543.xml"/><Relationship Id="rId11" Type="http://schemas.openxmlformats.org/officeDocument/2006/relationships/tags" Target="../tags/tag542.xml"/><Relationship Id="rId10" Type="http://schemas.openxmlformats.org/officeDocument/2006/relationships/tags" Target="../tags/tag541.xml"/><Relationship Id="rId1" Type="http://schemas.openxmlformats.org/officeDocument/2006/relationships/tags" Target="../tags/tag535.xml"/></Relationships>
</file>

<file path=ppt/slides/_rels/slide30.xml.rels><?xml version="1.0" encoding="UTF-8" standalone="yes"?>
<Relationships xmlns="http://schemas.openxmlformats.org/package/2006/relationships"><Relationship Id="rId9" Type="http://schemas.openxmlformats.org/officeDocument/2006/relationships/tags" Target="../tags/tag556.xml"/><Relationship Id="rId8" Type="http://schemas.openxmlformats.org/officeDocument/2006/relationships/tags" Target="../tags/tag555.xml"/><Relationship Id="rId7" Type="http://schemas.openxmlformats.org/officeDocument/2006/relationships/tags" Target="../tags/tag554.xml"/><Relationship Id="rId6" Type="http://schemas.openxmlformats.org/officeDocument/2006/relationships/image" Target="../media/image6.png"/><Relationship Id="rId5" Type="http://schemas.openxmlformats.org/officeDocument/2006/relationships/tags" Target="../tags/tag553.xml"/><Relationship Id="rId4" Type="http://schemas.openxmlformats.org/officeDocument/2006/relationships/image" Target="../media/image8.png"/><Relationship Id="rId3" Type="http://schemas.openxmlformats.org/officeDocument/2006/relationships/tags" Target="../tags/tag552.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566.xml"/><Relationship Id="rId18" Type="http://schemas.openxmlformats.org/officeDocument/2006/relationships/tags" Target="../tags/tag565.xml"/><Relationship Id="rId17" Type="http://schemas.openxmlformats.org/officeDocument/2006/relationships/tags" Target="../tags/tag564.xml"/><Relationship Id="rId16" Type="http://schemas.openxmlformats.org/officeDocument/2006/relationships/tags" Target="../tags/tag563.xml"/><Relationship Id="rId15" Type="http://schemas.openxmlformats.org/officeDocument/2006/relationships/tags" Target="../tags/tag562.xml"/><Relationship Id="rId14" Type="http://schemas.openxmlformats.org/officeDocument/2006/relationships/tags" Target="../tags/tag561.xml"/><Relationship Id="rId13" Type="http://schemas.openxmlformats.org/officeDocument/2006/relationships/tags" Target="../tags/tag560.xml"/><Relationship Id="rId12" Type="http://schemas.openxmlformats.org/officeDocument/2006/relationships/tags" Target="../tags/tag559.xml"/><Relationship Id="rId11" Type="http://schemas.openxmlformats.org/officeDocument/2006/relationships/tags" Target="../tags/tag558.xml"/><Relationship Id="rId10" Type="http://schemas.openxmlformats.org/officeDocument/2006/relationships/tags" Target="../tags/tag557.xml"/><Relationship Id="rId1" Type="http://schemas.openxmlformats.org/officeDocument/2006/relationships/tags" Target="../tags/tag551.xml"/></Relationships>
</file>

<file path=ppt/slides/_rels/slide31.xml.rels><?xml version="1.0" encoding="UTF-8" standalone="yes"?>
<Relationships xmlns="http://schemas.openxmlformats.org/package/2006/relationships"><Relationship Id="rId9" Type="http://schemas.openxmlformats.org/officeDocument/2006/relationships/tags" Target="../tags/tag572.xml"/><Relationship Id="rId8" Type="http://schemas.openxmlformats.org/officeDocument/2006/relationships/tags" Target="../tags/tag571.xml"/><Relationship Id="rId7" Type="http://schemas.openxmlformats.org/officeDocument/2006/relationships/tags" Target="../tags/tag570.xml"/><Relationship Id="rId6" Type="http://schemas.openxmlformats.org/officeDocument/2006/relationships/image" Target="../media/image6.png"/><Relationship Id="rId5" Type="http://schemas.openxmlformats.org/officeDocument/2006/relationships/tags" Target="../tags/tag569.xml"/><Relationship Id="rId4" Type="http://schemas.openxmlformats.org/officeDocument/2006/relationships/image" Target="../media/image8.png"/><Relationship Id="rId3" Type="http://schemas.openxmlformats.org/officeDocument/2006/relationships/tags" Target="../tags/tag568.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577.xml"/><Relationship Id="rId13" Type="http://schemas.openxmlformats.org/officeDocument/2006/relationships/tags" Target="../tags/tag576.xml"/><Relationship Id="rId12" Type="http://schemas.openxmlformats.org/officeDocument/2006/relationships/tags" Target="../tags/tag575.xml"/><Relationship Id="rId11" Type="http://schemas.openxmlformats.org/officeDocument/2006/relationships/tags" Target="../tags/tag574.xml"/><Relationship Id="rId10" Type="http://schemas.openxmlformats.org/officeDocument/2006/relationships/tags" Target="../tags/tag573.xml"/><Relationship Id="rId1" Type="http://schemas.openxmlformats.org/officeDocument/2006/relationships/tags" Target="../tags/tag567.xml"/></Relationships>
</file>

<file path=ppt/slides/_rels/slide32.xml.rels><?xml version="1.0" encoding="UTF-8" standalone="yes"?>
<Relationships xmlns="http://schemas.openxmlformats.org/package/2006/relationships"><Relationship Id="rId9" Type="http://schemas.openxmlformats.org/officeDocument/2006/relationships/tags" Target="../tags/tag583.xml"/><Relationship Id="rId8" Type="http://schemas.openxmlformats.org/officeDocument/2006/relationships/tags" Target="../tags/tag582.xml"/><Relationship Id="rId7" Type="http://schemas.openxmlformats.org/officeDocument/2006/relationships/tags" Target="../tags/tag581.xml"/><Relationship Id="rId6" Type="http://schemas.openxmlformats.org/officeDocument/2006/relationships/image" Target="../media/image6.png"/><Relationship Id="rId5" Type="http://schemas.openxmlformats.org/officeDocument/2006/relationships/tags" Target="../tags/tag580.xml"/><Relationship Id="rId4" Type="http://schemas.openxmlformats.org/officeDocument/2006/relationships/image" Target="../media/image8.png"/><Relationship Id="rId3" Type="http://schemas.openxmlformats.org/officeDocument/2006/relationships/tags" Target="../tags/tag579.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588.xml"/><Relationship Id="rId13" Type="http://schemas.openxmlformats.org/officeDocument/2006/relationships/tags" Target="../tags/tag587.xml"/><Relationship Id="rId12" Type="http://schemas.openxmlformats.org/officeDocument/2006/relationships/tags" Target="../tags/tag586.xml"/><Relationship Id="rId11" Type="http://schemas.openxmlformats.org/officeDocument/2006/relationships/tags" Target="../tags/tag585.xml"/><Relationship Id="rId10" Type="http://schemas.openxmlformats.org/officeDocument/2006/relationships/tags" Target="../tags/tag584.xml"/><Relationship Id="rId1" Type="http://schemas.openxmlformats.org/officeDocument/2006/relationships/tags" Target="../tags/tag578.xml"/></Relationships>
</file>

<file path=ppt/slides/_rels/slide33.xml.rels><?xml version="1.0" encoding="UTF-8" standalone="yes"?>
<Relationships xmlns="http://schemas.openxmlformats.org/package/2006/relationships"><Relationship Id="rId9" Type="http://schemas.openxmlformats.org/officeDocument/2006/relationships/tags" Target="../tags/tag594.xml"/><Relationship Id="rId8" Type="http://schemas.openxmlformats.org/officeDocument/2006/relationships/tags" Target="../tags/tag593.xml"/><Relationship Id="rId7" Type="http://schemas.openxmlformats.org/officeDocument/2006/relationships/tags" Target="../tags/tag592.xml"/><Relationship Id="rId6" Type="http://schemas.openxmlformats.org/officeDocument/2006/relationships/image" Target="../media/image6.png"/><Relationship Id="rId5" Type="http://schemas.openxmlformats.org/officeDocument/2006/relationships/tags" Target="../tags/tag591.xml"/><Relationship Id="rId4" Type="http://schemas.openxmlformats.org/officeDocument/2006/relationships/image" Target="../media/image8.png"/><Relationship Id="rId3" Type="http://schemas.openxmlformats.org/officeDocument/2006/relationships/tags" Target="../tags/tag590.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604.xml"/><Relationship Id="rId18" Type="http://schemas.openxmlformats.org/officeDocument/2006/relationships/tags" Target="../tags/tag603.xml"/><Relationship Id="rId17" Type="http://schemas.openxmlformats.org/officeDocument/2006/relationships/tags" Target="../tags/tag602.xml"/><Relationship Id="rId16" Type="http://schemas.openxmlformats.org/officeDocument/2006/relationships/tags" Target="../tags/tag601.xml"/><Relationship Id="rId15" Type="http://schemas.openxmlformats.org/officeDocument/2006/relationships/tags" Target="../tags/tag600.xml"/><Relationship Id="rId14" Type="http://schemas.openxmlformats.org/officeDocument/2006/relationships/tags" Target="../tags/tag599.xml"/><Relationship Id="rId13" Type="http://schemas.openxmlformats.org/officeDocument/2006/relationships/tags" Target="../tags/tag598.xml"/><Relationship Id="rId12" Type="http://schemas.openxmlformats.org/officeDocument/2006/relationships/tags" Target="../tags/tag597.xml"/><Relationship Id="rId11" Type="http://schemas.openxmlformats.org/officeDocument/2006/relationships/tags" Target="../tags/tag596.xml"/><Relationship Id="rId10" Type="http://schemas.openxmlformats.org/officeDocument/2006/relationships/tags" Target="../tags/tag595.xml"/><Relationship Id="rId1" Type="http://schemas.openxmlformats.org/officeDocument/2006/relationships/tags" Target="../tags/tag589.xml"/></Relationships>
</file>

<file path=ppt/slides/_rels/slide34.xml.rels><?xml version="1.0" encoding="UTF-8" standalone="yes"?>
<Relationships xmlns="http://schemas.openxmlformats.org/package/2006/relationships"><Relationship Id="rId9" Type="http://schemas.openxmlformats.org/officeDocument/2006/relationships/tags" Target="../tags/tag610.xml"/><Relationship Id="rId8" Type="http://schemas.openxmlformats.org/officeDocument/2006/relationships/tags" Target="../tags/tag609.xml"/><Relationship Id="rId7" Type="http://schemas.openxmlformats.org/officeDocument/2006/relationships/tags" Target="../tags/tag608.xml"/><Relationship Id="rId6" Type="http://schemas.openxmlformats.org/officeDocument/2006/relationships/image" Target="../media/image6.png"/><Relationship Id="rId5" Type="http://schemas.openxmlformats.org/officeDocument/2006/relationships/tags" Target="../tags/tag607.xml"/><Relationship Id="rId4" Type="http://schemas.openxmlformats.org/officeDocument/2006/relationships/image" Target="../media/image8.png"/><Relationship Id="rId3" Type="http://schemas.openxmlformats.org/officeDocument/2006/relationships/tags" Target="../tags/tag606.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620.xml"/><Relationship Id="rId18" Type="http://schemas.openxmlformats.org/officeDocument/2006/relationships/tags" Target="../tags/tag619.xml"/><Relationship Id="rId17" Type="http://schemas.openxmlformats.org/officeDocument/2006/relationships/tags" Target="../tags/tag618.xml"/><Relationship Id="rId16" Type="http://schemas.openxmlformats.org/officeDocument/2006/relationships/tags" Target="../tags/tag617.xml"/><Relationship Id="rId15" Type="http://schemas.openxmlformats.org/officeDocument/2006/relationships/tags" Target="../tags/tag616.xml"/><Relationship Id="rId14" Type="http://schemas.openxmlformats.org/officeDocument/2006/relationships/tags" Target="../tags/tag615.xml"/><Relationship Id="rId13" Type="http://schemas.openxmlformats.org/officeDocument/2006/relationships/tags" Target="../tags/tag614.xml"/><Relationship Id="rId12" Type="http://schemas.openxmlformats.org/officeDocument/2006/relationships/tags" Target="../tags/tag613.xml"/><Relationship Id="rId11" Type="http://schemas.openxmlformats.org/officeDocument/2006/relationships/tags" Target="../tags/tag612.xml"/><Relationship Id="rId10" Type="http://schemas.openxmlformats.org/officeDocument/2006/relationships/tags" Target="../tags/tag611.xml"/><Relationship Id="rId1" Type="http://schemas.openxmlformats.org/officeDocument/2006/relationships/tags" Target="../tags/tag605.xml"/></Relationships>
</file>

<file path=ppt/slides/_rels/slide35.xml.rels><?xml version="1.0" encoding="UTF-8" standalone="yes"?>
<Relationships xmlns="http://schemas.openxmlformats.org/package/2006/relationships"><Relationship Id="rId9" Type="http://schemas.openxmlformats.org/officeDocument/2006/relationships/tags" Target="../tags/tag626.xml"/><Relationship Id="rId8" Type="http://schemas.openxmlformats.org/officeDocument/2006/relationships/tags" Target="../tags/tag625.xml"/><Relationship Id="rId7" Type="http://schemas.openxmlformats.org/officeDocument/2006/relationships/tags" Target="../tags/tag624.xml"/><Relationship Id="rId6" Type="http://schemas.openxmlformats.org/officeDocument/2006/relationships/image" Target="../media/image6.png"/><Relationship Id="rId5" Type="http://schemas.openxmlformats.org/officeDocument/2006/relationships/tags" Target="../tags/tag623.xml"/><Relationship Id="rId4" Type="http://schemas.openxmlformats.org/officeDocument/2006/relationships/image" Target="../media/image8.png"/><Relationship Id="rId3" Type="http://schemas.openxmlformats.org/officeDocument/2006/relationships/tags" Target="../tags/tag622.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636.xml"/><Relationship Id="rId18" Type="http://schemas.openxmlformats.org/officeDocument/2006/relationships/tags" Target="../tags/tag635.xml"/><Relationship Id="rId17" Type="http://schemas.openxmlformats.org/officeDocument/2006/relationships/tags" Target="../tags/tag634.xml"/><Relationship Id="rId16" Type="http://schemas.openxmlformats.org/officeDocument/2006/relationships/tags" Target="../tags/tag633.xml"/><Relationship Id="rId15" Type="http://schemas.openxmlformats.org/officeDocument/2006/relationships/tags" Target="../tags/tag632.xml"/><Relationship Id="rId14" Type="http://schemas.openxmlformats.org/officeDocument/2006/relationships/tags" Target="../tags/tag631.xml"/><Relationship Id="rId13" Type="http://schemas.openxmlformats.org/officeDocument/2006/relationships/tags" Target="../tags/tag630.xml"/><Relationship Id="rId12" Type="http://schemas.openxmlformats.org/officeDocument/2006/relationships/tags" Target="../tags/tag629.xml"/><Relationship Id="rId11" Type="http://schemas.openxmlformats.org/officeDocument/2006/relationships/tags" Target="../tags/tag628.xml"/><Relationship Id="rId10" Type="http://schemas.openxmlformats.org/officeDocument/2006/relationships/tags" Target="../tags/tag627.xml"/><Relationship Id="rId1" Type="http://schemas.openxmlformats.org/officeDocument/2006/relationships/tags" Target="../tags/tag621.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59.xml"/><Relationship Id="rId3" Type="http://schemas.openxmlformats.org/officeDocument/2006/relationships/tags" Target="../tags/tag639.xml"/><Relationship Id="rId2" Type="http://schemas.openxmlformats.org/officeDocument/2006/relationships/tags" Target="../tags/tag638.xml"/><Relationship Id="rId1" Type="http://schemas.openxmlformats.org/officeDocument/2006/relationships/tags" Target="../tags/tag637.xml"/></Relationships>
</file>

<file path=ppt/slides/_rels/slide37.xml.rels><?xml version="1.0" encoding="UTF-8" standalone="yes"?>
<Relationships xmlns="http://schemas.openxmlformats.org/package/2006/relationships"><Relationship Id="rId9" Type="http://schemas.openxmlformats.org/officeDocument/2006/relationships/tags" Target="../tags/tag645.xml"/><Relationship Id="rId8" Type="http://schemas.openxmlformats.org/officeDocument/2006/relationships/tags" Target="../tags/tag644.xml"/><Relationship Id="rId7" Type="http://schemas.openxmlformats.org/officeDocument/2006/relationships/tags" Target="../tags/tag643.xml"/><Relationship Id="rId6" Type="http://schemas.openxmlformats.org/officeDocument/2006/relationships/image" Target="../media/image6.png"/><Relationship Id="rId5" Type="http://schemas.openxmlformats.org/officeDocument/2006/relationships/tags" Target="../tags/tag642.xml"/><Relationship Id="rId4" Type="http://schemas.openxmlformats.org/officeDocument/2006/relationships/image" Target="../media/image8.png"/><Relationship Id="rId3" Type="http://schemas.openxmlformats.org/officeDocument/2006/relationships/tags" Target="../tags/tag641.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654.xml"/><Relationship Id="rId17" Type="http://schemas.openxmlformats.org/officeDocument/2006/relationships/tags" Target="../tags/tag653.xml"/><Relationship Id="rId16" Type="http://schemas.openxmlformats.org/officeDocument/2006/relationships/tags" Target="../tags/tag652.xml"/><Relationship Id="rId15" Type="http://schemas.openxmlformats.org/officeDocument/2006/relationships/tags" Target="../tags/tag651.xml"/><Relationship Id="rId14" Type="http://schemas.openxmlformats.org/officeDocument/2006/relationships/tags" Target="../tags/tag650.xml"/><Relationship Id="rId13" Type="http://schemas.openxmlformats.org/officeDocument/2006/relationships/tags" Target="../tags/tag649.xml"/><Relationship Id="rId12" Type="http://schemas.openxmlformats.org/officeDocument/2006/relationships/tags" Target="../tags/tag648.xml"/><Relationship Id="rId11" Type="http://schemas.openxmlformats.org/officeDocument/2006/relationships/tags" Target="../tags/tag647.xml"/><Relationship Id="rId10" Type="http://schemas.openxmlformats.org/officeDocument/2006/relationships/tags" Target="../tags/tag646.xml"/><Relationship Id="rId1" Type="http://schemas.openxmlformats.org/officeDocument/2006/relationships/tags" Target="../tags/tag640.xml"/></Relationships>
</file>

<file path=ppt/slides/_rels/slide38.xml.rels><?xml version="1.0" encoding="UTF-8" standalone="yes"?>
<Relationships xmlns="http://schemas.openxmlformats.org/package/2006/relationships"><Relationship Id="rId9" Type="http://schemas.openxmlformats.org/officeDocument/2006/relationships/tags" Target="../tags/tag660.xml"/><Relationship Id="rId8" Type="http://schemas.openxmlformats.org/officeDocument/2006/relationships/tags" Target="../tags/tag659.xml"/><Relationship Id="rId7" Type="http://schemas.openxmlformats.org/officeDocument/2006/relationships/tags" Target="../tags/tag658.xml"/><Relationship Id="rId6" Type="http://schemas.openxmlformats.org/officeDocument/2006/relationships/image" Target="../media/image6.png"/><Relationship Id="rId5" Type="http://schemas.openxmlformats.org/officeDocument/2006/relationships/tags" Target="../tags/tag657.xml"/><Relationship Id="rId4" Type="http://schemas.openxmlformats.org/officeDocument/2006/relationships/image" Target="../media/image8.png"/><Relationship Id="rId3" Type="http://schemas.openxmlformats.org/officeDocument/2006/relationships/tags" Target="../tags/tag656.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669.xml"/><Relationship Id="rId17" Type="http://schemas.openxmlformats.org/officeDocument/2006/relationships/tags" Target="../tags/tag668.xml"/><Relationship Id="rId16" Type="http://schemas.openxmlformats.org/officeDocument/2006/relationships/tags" Target="../tags/tag667.xml"/><Relationship Id="rId15" Type="http://schemas.openxmlformats.org/officeDocument/2006/relationships/tags" Target="../tags/tag666.xml"/><Relationship Id="rId14" Type="http://schemas.openxmlformats.org/officeDocument/2006/relationships/tags" Target="../tags/tag665.xml"/><Relationship Id="rId13" Type="http://schemas.openxmlformats.org/officeDocument/2006/relationships/tags" Target="../tags/tag664.xml"/><Relationship Id="rId12" Type="http://schemas.openxmlformats.org/officeDocument/2006/relationships/tags" Target="../tags/tag663.xml"/><Relationship Id="rId11" Type="http://schemas.openxmlformats.org/officeDocument/2006/relationships/tags" Target="../tags/tag662.xml"/><Relationship Id="rId10" Type="http://schemas.openxmlformats.org/officeDocument/2006/relationships/tags" Target="../tags/tag661.xml"/><Relationship Id="rId1" Type="http://schemas.openxmlformats.org/officeDocument/2006/relationships/tags" Target="../tags/tag655.xml"/></Relationships>
</file>

<file path=ppt/slides/_rels/slide39.xml.rels><?xml version="1.0" encoding="UTF-8" standalone="yes"?>
<Relationships xmlns="http://schemas.openxmlformats.org/package/2006/relationships"><Relationship Id="rId9" Type="http://schemas.openxmlformats.org/officeDocument/2006/relationships/tags" Target="../tags/tag675.xml"/><Relationship Id="rId8" Type="http://schemas.openxmlformats.org/officeDocument/2006/relationships/tags" Target="../tags/tag674.xml"/><Relationship Id="rId7" Type="http://schemas.openxmlformats.org/officeDocument/2006/relationships/tags" Target="../tags/tag673.xml"/><Relationship Id="rId6" Type="http://schemas.openxmlformats.org/officeDocument/2006/relationships/image" Target="../media/image6.png"/><Relationship Id="rId5" Type="http://schemas.openxmlformats.org/officeDocument/2006/relationships/tags" Target="../tags/tag672.xml"/><Relationship Id="rId4" Type="http://schemas.openxmlformats.org/officeDocument/2006/relationships/image" Target="../media/image8.png"/><Relationship Id="rId3" Type="http://schemas.openxmlformats.org/officeDocument/2006/relationships/tags" Target="../tags/tag671.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684.xml"/><Relationship Id="rId17" Type="http://schemas.openxmlformats.org/officeDocument/2006/relationships/tags" Target="../tags/tag683.xml"/><Relationship Id="rId16" Type="http://schemas.openxmlformats.org/officeDocument/2006/relationships/tags" Target="../tags/tag682.xml"/><Relationship Id="rId15" Type="http://schemas.openxmlformats.org/officeDocument/2006/relationships/tags" Target="../tags/tag681.xml"/><Relationship Id="rId14" Type="http://schemas.openxmlformats.org/officeDocument/2006/relationships/tags" Target="../tags/tag680.xml"/><Relationship Id="rId13" Type="http://schemas.openxmlformats.org/officeDocument/2006/relationships/tags" Target="../tags/tag679.xml"/><Relationship Id="rId12" Type="http://schemas.openxmlformats.org/officeDocument/2006/relationships/tags" Target="../tags/tag678.xml"/><Relationship Id="rId11" Type="http://schemas.openxmlformats.org/officeDocument/2006/relationships/tags" Target="../tags/tag677.xml"/><Relationship Id="rId10" Type="http://schemas.openxmlformats.org/officeDocument/2006/relationships/tags" Target="../tags/tag676.xml"/><Relationship Id="rId1" Type="http://schemas.openxmlformats.org/officeDocument/2006/relationships/tags" Target="../tags/tag670.xml"/></Relationships>
</file>

<file path=ppt/slides/_rels/slide40.xml.rels><?xml version="1.0" encoding="UTF-8" standalone="yes"?>
<Relationships xmlns="http://schemas.openxmlformats.org/package/2006/relationships"><Relationship Id="rId9" Type="http://schemas.openxmlformats.org/officeDocument/2006/relationships/tags" Target="../tags/tag690.xml"/><Relationship Id="rId8" Type="http://schemas.openxmlformats.org/officeDocument/2006/relationships/tags" Target="../tags/tag689.xml"/><Relationship Id="rId7" Type="http://schemas.openxmlformats.org/officeDocument/2006/relationships/tags" Target="../tags/tag688.xml"/><Relationship Id="rId6" Type="http://schemas.openxmlformats.org/officeDocument/2006/relationships/image" Target="../media/image6.png"/><Relationship Id="rId5" Type="http://schemas.openxmlformats.org/officeDocument/2006/relationships/tags" Target="../tags/tag687.xml"/><Relationship Id="rId4" Type="http://schemas.openxmlformats.org/officeDocument/2006/relationships/image" Target="../media/image8.png"/><Relationship Id="rId3" Type="http://schemas.openxmlformats.org/officeDocument/2006/relationships/tags" Target="../tags/tag686.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694.xml"/><Relationship Id="rId12" Type="http://schemas.openxmlformats.org/officeDocument/2006/relationships/tags" Target="../tags/tag693.xml"/><Relationship Id="rId11" Type="http://schemas.openxmlformats.org/officeDocument/2006/relationships/tags" Target="../tags/tag692.xml"/><Relationship Id="rId10" Type="http://schemas.openxmlformats.org/officeDocument/2006/relationships/tags" Target="../tags/tag691.xml"/><Relationship Id="rId1" Type="http://schemas.openxmlformats.org/officeDocument/2006/relationships/tags" Target="../tags/tag685.xml"/></Relationships>
</file>

<file path=ppt/slides/_rels/slide41.xml.rels><?xml version="1.0" encoding="UTF-8" standalone="yes"?>
<Relationships xmlns="http://schemas.openxmlformats.org/package/2006/relationships"><Relationship Id="rId9" Type="http://schemas.openxmlformats.org/officeDocument/2006/relationships/tags" Target="../tags/tag700.xml"/><Relationship Id="rId8" Type="http://schemas.openxmlformats.org/officeDocument/2006/relationships/tags" Target="../tags/tag699.xml"/><Relationship Id="rId7" Type="http://schemas.openxmlformats.org/officeDocument/2006/relationships/tags" Target="../tags/tag698.xml"/><Relationship Id="rId6" Type="http://schemas.openxmlformats.org/officeDocument/2006/relationships/image" Target="../media/image6.png"/><Relationship Id="rId5" Type="http://schemas.openxmlformats.org/officeDocument/2006/relationships/tags" Target="../tags/tag697.xml"/><Relationship Id="rId4" Type="http://schemas.openxmlformats.org/officeDocument/2006/relationships/image" Target="../media/image8.png"/><Relationship Id="rId3" Type="http://schemas.openxmlformats.org/officeDocument/2006/relationships/tags" Target="../tags/tag696.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704.xml"/><Relationship Id="rId12" Type="http://schemas.openxmlformats.org/officeDocument/2006/relationships/tags" Target="../tags/tag703.xml"/><Relationship Id="rId11" Type="http://schemas.openxmlformats.org/officeDocument/2006/relationships/tags" Target="../tags/tag702.xml"/><Relationship Id="rId10" Type="http://schemas.openxmlformats.org/officeDocument/2006/relationships/tags" Target="../tags/tag701.xml"/><Relationship Id="rId1" Type="http://schemas.openxmlformats.org/officeDocument/2006/relationships/tags" Target="../tags/tag695.xml"/></Relationships>
</file>

<file path=ppt/slides/_rels/slide42.xml.rels><?xml version="1.0" encoding="UTF-8" standalone="yes"?>
<Relationships xmlns="http://schemas.openxmlformats.org/package/2006/relationships"><Relationship Id="rId9" Type="http://schemas.openxmlformats.org/officeDocument/2006/relationships/tags" Target="../tags/tag710.xml"/><Relationship Id="rId8" Type="http://schemas.openxmlformats.org/officeDocument/2006/relationships/tags" Target="../tags/tag709.xml"/><Relationship Id="rId7" Type="http://schemas.openxmlformats.org/officeDocument/2006/relationships/tags" Target="../tags/tag708.xml"/><Relationship Id="rId6" Type="http://schemas.openxmlformats.org/officeDocument/2006/relationships/image" Target="../media/image6.png"/><Relationship Id="rId5" Type="http://schemas.openxmlformats.org/officeDocument/2006/relationships/tags" Target="../tags/tag707.xml"/><Relationship Id="rId4" Type="http://schemas.openxmlformats.org/officeDocument/2006/relationships/image" Target="../media/image8.png"/><Relationship Id="rId3" Type="http://schemas.openxmlformats.org/officeDocument/2006/relationships/tags" Target="../tags/tag706.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19.xml"/><Relationship Id="rId17" Type="http://schemas.openxmlformats.org/officeDocument/2006/relationships/tags" Target="../tags/tag718.xml"/><Relationship Id="rId16" Type="http://schemas.openxmlformats.org/officeDocument/2006/relationships/tags" Target="../tags/tag717.xml"/><Relationship Id="rId15" Type="http://schemas.openxmlformats.org/officeDocument/2006/relationships/tags" Target="../tags/tag716.xml"/><Relationship Id="rId14" Type="http://schemas.openxmlformats.org/officeDocument/2006/relationships/tags" Target="../tags/tag715.xml"/><Relationship Id="rId13" Type="http://schemas.openxmlformats.org/officeDocument/2006/relationships/tags" Target="../tags/tag714.xml"/><Relationship Id="rId12" Type="http://schemas.openxmlformats.org/officeDocument/2006/relationships/tags" Target="../tags/tag713.xml"/><Relationship Id="rId11" Type="http://schemas.openxmlformats.org/officeDocument/2006/relationships/tags" Target="../tags/tag712.xml"/><Relationship Id="rId10" Type="http://schemas.openxmlformats.org/officeDocument/2006/relationships/tags" Target="../tags/tag711.xml"/><Relationship Id="rId1" Type="http://schemas.openxmlformats.org/officeDocument/2006/relationships/tags" Target="../tags/tag705.xml"/></Relationships>
</file>

<file path=ppt/slides/_rels/slide43.xml.rels><?xml version="1.0" encoding="UTF-8" standalone="yes"?>
<Relationships xmlns="http://schemas.openxmlformats.org/package/2006/relationships"><Relationship Id="rId9" Type="http://schemas.openxmlformats.org/officeDocument/2006/relationships/tags" Target="../tags/tag725.xml"/><Relationship Id="rId8" Type="http://schemas.openxmlformats.org/officeDocument/2006/relationships/tags" Target="../tags/tag724.xml"/><Relationship Id="rId7" Type="http://schemas.openxmlformats.org/officeDocument/2006/relationships/tags" Target="../tags/tag723.xml"/><Relationship Id="rId6" Type="http://schemas.openxmlformats.org/officeDocument/2006/relationships/image" Target="../media/image6.png"/><Relationship Id="rId5" Type="http://schemas.openxmlformats.org/officeDocument/2006/relationships/tags" Target="../tags/tag722.xml"/><Relationship Id="rId4" Type="http://schemas.openxmlformats.org/officeDocument/2006/relationships/image" Target="../media/image8.png"/><Relationship Id="rId3" Type="http://schemas.openxmlformats.org/officeDocument/2006/relationships/tags" Target="../tags/tag721.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34.xml"/><Relationship Id="rId17" Type="http://schemas.openxmlformats.org/officeDocument/2006/relationships/tags" Target="../tags/tag733.xml"/><Relationship Id="rId16" Type="http://schemas.openxmlformats.org/officeDocument/2006/relationships/tags" Target="../tags/tag732.xml"/><Relationship Id="rId15" Type="http://schemas.openxmlformats.org/officeDocument/2006/relationships/tags" Target="../tags/tag731.xml"/><Relationship Id="rId14" Type="http://schemas.openxmlformats.org/officeDocument/2006/relationships/tags" Target="../tags/tag730.xml"/><Relationship Id="rId13" Type="http://schemas.openxmlformats.org/officeDocument/2006/relationships/tags" Target="../tags/tag729.xml"/><Relationship Id="rId12" Type="http://schemas.openxmlformats.org/officeDocument/2006/relationships/tags" Target="../tags/tag728.xml"/><Relationship Id="rId11" Type="http://schemas.openxmlformats.org/officeDocument/2006/relationships/tags" Target="../tags/tag727.xml"/><Relationship Id="rId10" Type="http://schemas.openxmlformats.org/officeDocument/2006/relationships/tags" Target="../tags/tag726.xml"/><Relationship Id="rId1" Type="http://schemas.openxmlformats.org/officeDocument/2006/relationships/tags" Target="../tags/tag720.xml"/></Relationships>
</file>

<file path=ppt/slides/_rels/slide44.xml.rels><?xml version="1.0" encoding="UTF-8" standalone="yes"?>
<Relationships xmlns="http://schemas.openxmlformats.org/package/2006/relationships"><Relationship Id="rId9" Type="http://schemas.openxmlformats.org/officeDocument/2006/relationships/tags" Target="../tags/tag740.xml"/><Relationship Id="rId8" Type="http://schemas.openxmlformats.org/officeDocument/2006/relationships/tags" Target="../tags/tag739.xml"/><Relationship Id="rId7" Type="http://schemas.openxmlformats.org/officeDocument/2006/relationships/tags" Target="../tags/tag738.xml"/><Relationship Id="rId6" Type="http://schemas.openxmlformats.org/officeDocument/2006/relationships/image" Target="../media/image6.png"/><Relationship Id="rId5" Type="http://schemas.openxmlformats.org/officeDocument/2006/relationships/tags" Target="../tags/tag737.xml"/><Relationship Id="rId4" Type="http://schemas.openxmlformats.org/officeDocument/2006/relationships/image" Target="../media/image8.png"/><Relationship Id="rId3" Type="http://schemas.openxmlformats.org/officeDocument/2006/relationships/tags" Target="../tags/tag736.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744.xml"/><Relationship Id="rId12" Type="http://schemas.openxmlformats.org/officeDocument/2006/relationships/tags" Target="../tags/tag743.xml"/><Relationship Id="rId11" Type="http://schemas.openxmlformats.org/officeDocument/2006/relationships/tags" Target="../tags/tag742.xml"/><Relationship Id="rId10" Type="http://schemas.openxmlformats.org/officeDocument/2006/relationships/tags" Target="../tags/tag741.xml"/><Relationship Id="rId1" Type="http://schemas.openxmlformats.org/officeDocument/2006/relationships/tags" Target="../tags/tag735.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59.xml"/><Relationship Id="rId3" Type="http://schemas.openxmlformats.org/officeDocument/2006/relationships/tags" Target="../tags/tag747.xml"/><Relationship Id="rId2" Type="http://schemas.openxmlformats.org/officeDocument/2006/relationships/tags" Target="../tags/tag746.xml"/><Relationship Id="rId1" Type="http://schemas.openxmlformats.org/officeDocument/2006/relationships/tags" Target="../tags/tag745.xml"/></Relationships>
</file>

<file path=ppt/slides/_rels/slide46.xml.rels><?xml version="1.0" encoding="UTF-8" standalone="yes"?>
<Relationships xmlns="http://schemas.openxmlformats.org/package/2006/relationships"><Relationship Id="rId9" Type="http://schemas.openxmlformats.org/officeDocument/2006/relationships/tags" Target="../tags/tag753.xml"/><Relationship Id="rId8" Type="http://schemas.openxmlformats.org/officeDocument/2006/relationships/tags" Target="../tags/tag752.xml"/><Relationship Id="rId7" Type="http://schemas.openxmlformats.org/officeDocument/2006/relationships/tags" Target="../tags/tag751.xml"/><Relationship Id="rId6" Type="http://schemas.openxmlformats.org/officeDocument/2006/relationships/image" Target="../media/image6.png"/><Relationship Id="rId5" Type="http://schemas.openxmlformats.org/officeDocument/2006/relationships/tags" Target="../tags/tag750.xml"/><Relationship Id="rId4" Type="http://schemas.openxmlformats.org/officeDocument/2006/relationships/image" Target="../media/image8.png"/><Relationship Id="rId3" Type="http://schemas.openxmlformats.org/officeDocument/2006/relationships/tags" Target="../tags/tag749.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62.xml"/><Relationship Id="rId17" Type="http://schemas.openxmlformats.org/officeDocument/2006/relationships/tags" Target="../tags/tag761.xml"/><Relationship Id="rId16" Type="http://schemas.openxmlformats.org/officeDocument/2006/relationships/tags" Target="../tags/tag760.xml"/><Relationship Id="rId15" Type="http://schemas.openxmlformats.org/officeDocument/2006/relationships/tags" Target="../tags/tag759.xml"/><Relationship Id="rId14" Type="http://schemas.openxmlformats.org/officeDocument/2006/relationships/tags" Target="../tags/tag758.xml"/><Relationship Id="rId13" Type="http://schemas.openxmlformats.org/officeDocument/2006/relationships/tags" Target="../tags/tag757.xml"/><Relationship Id="rId12" Type="http://schemas.openxmlformats.org/officeDocument/2006/relationships/tags" Target="../tags/tag756.xml"/><Relationship Id="rId11" Type="http://schemas.openxmlformats.org/officeDocument/2006/relationships/tags" Target="../tags/tag755.xml"/><Relationship Id="rId10" Type="http://schemas.openxmlformats.org/officeDocument/2006/relationships/tags" Target="../tags/tag754.xml"/><Relationship Id="rId1" Type="http://schemas.openxmlformats.org/officeDocument/2006/relationships/tags" Target="../tags/tag748.xml"/></Relationships>
</file>

<file path=ppt/slides/_rels/slide47.xml.rels><?xml version="1.0" encoding="UTF-8" standalone="yes"?>
<Relationships xmlns="http://schemas.openxmlformats.org/package/2006/relationships"><Relationship Id="rId9" Type="http://schemas.openxmlformats.org/officeDocument/2006/relationships/tags" Target="../tags/tag768.xml"/><Relationship Id="rId8" Type="http://schemas.openxmlformats.org/officeDocument/2006/relationships/tags" Target="../tags/tag767.xml"/><Relationship Id="rId7" Type="http://schemas.openxmlformats.org/officeDocument/2006/relationships/tags" Target="../tags/tag766.xml"/><Relationship Id="rId6" Type="http://schemas.openxmlformats.org/officeDocument/2006/relationships/image" Target="../media/image6.png"/><Relationship Id="rId5" Type="http://schemas.openxmlformats.org/officeDocument/2006/relationships/tags" Target="../tags/tag765.xml"/><Relationship Id="rId4" Type="http://schemas.openxmlformats.org/officeDocument/2006/relationships/image" Target="../media/image8.png"/><Relationship Id="rId3" Type="http://schemas.openxmlformats.org/officeDocument/2006/relationships/tags" Target="../tags/tag764.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77.xml"/><Relationship Id="rId17" Type="http://schemas.openxmlformats.org/officeDocument/2006/relationships/tags" Target="../tags/tag776.xml"/><Relationship Id="rId16" Type="http://schemas.openxmlformats.org/officeDocument/2006/relationships/tags" Target="../tags/tag775.xml"/><Relationship Id="rId15" Type="http://schemas.openxmlformats.org/officeDocument/2006/relationships/tags" Target="../tags/tag774.xml"/><Relationship Id="rId14" Type="http://schemas.openxmlformats.org/officeDocument/2006/relationships/tags" Target="../tags/tag773.xml"/><Relationship Id="rId13" Type="http://schemas.openxmlformats.org/officeDocument/2006/relationships/tags" Target="../tags/tag772.xml"/><Relationship Id="rId12" Type="http://schemas.openxmlformats.org/officeDocument/2006/relationships/tags" Target="../tags/tag771.xml"/><Relationship Id="rId11" Type="http://schemas.openxmlformats.org/officeDocument/2006/relationships/tags" Target="../tags/tag770.xml"/><Relationship Id="rId10" Type="http://schemas.openxmlformats.org/officeDocument/2006/relationships/tags" Target="../tags/tag769.xml"/><Relationship Id="rId1" Type="http://schemas.openxmlformats.org/officeDocument/2006/relationships/tags" Target="../tags/tag763.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67.xml"/><Relationship Id="rId3" Type="http://schemas.openxmlformats.org/officeDocument/2006/relationships/tags" Target="../tags/tag780.xml"/><Relationship Id="rId2" Type="http://schemas.openxmlformats.org/officeDocument/2006/relationships/tags" Target="../tags/tag779.xml"/><Relationship Id="rId1" Type="http://schemas.openxmlformats.org/officeDocument/2006/relationships/tags" Target="../tags/tag7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txBox="1"/>
          <p:nvPr>
            <p:custDataLst>
              <p:tags r:id="rId1"/>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lt1"/>
                </a:solidFill>
                <a:latin typeface="Arial" panose="020B0604020202020204" pitchFamily="34" charset="0"/>
                <a:ea typeface="微软雅黑" panose="020B0503020204020204" charset="-122"/>
              </a:rPr>
              <a:t>2022-06-23</a:t>
            </a:r>
            <a:endParaRPr lang="zh-CN" altLang="en-US" spc="300">
              <a:solidFill>
                <a:schemeClr val="lt1"/>
              </a:solidFill>
              <a:latin typeface="Arial" panose="020B0604020202020204" pitchFamily="34" charset="0"/>
              <a:ea typeface="微软雅黑" panose="020B0503020204020204" charset="-122"/>
            </a:endParaRPr>
          </a:p>
        </p:txBody>
      </p:sp>
      <p:sp>
        <p:nvSpPr>
          <p:cNvPr id="2" name="标题 1"/>
          <p:cNvSpPr>
            <a:spLocks noGrp="1"/>
          </p:cNvSpPr>
          <p:nvPr>
            <p:ph type="ctrTitle"/>
            <p:custDataLst>
              <p:tags r:id="rId2"/>
            </p:custDataLst>
          </p:nvPr>
        </p:nvSpPr>
        <p:spPr/>
        <p:txBody>
          <a:bodyPr/>
          <a:lstStyle/>
          <a:p>
            <a:pPr marL="0" indent="0" algn="dist">
              <a:lnSpc>
                <a:spcPct val="100000"/>
              </a:lnSpc>
              <a:spcBef>
                <a:spcPts val="0"/>
              </a:spcBef>
              <a:spcAft>
                <a:spcPts val="0"/>
              </a:spcAft>
              <a:buSzPct val="100000"/>
              <a:buNone/>
            </a:pPr>
            <a:r>
              <a:rPr lang="zh-CN" altLang="en-US" sz="6600">
                <a:solidFill>
                  <a:schemeClr val="accent1"/>
                </a:solidFill>
                <a:sym typeface="+mn-ea"/>
              </a:rPr>
              <a:t>中国共产党党史</a:t>
            </a:r>
            <a:endParaRPr lang="zh-CN" altLang="en-US" sz="6600">
              <a:solidFill>
                <a:schemeClr val="accent1"/>
              </a:solidFill>
              <a:sym typeface="+mn-ea"/>
            </a:endParaRPr>
          </a:p>
        </p:txBody>
      </p:sp>
      <p:sp>
        <p:nvSpPr>
          <p:cNvPr id="4" name="副标题 3"/>
          <p:cNvSpPr>
            <a:spLocks noGrp="1"/>
          </p:cNvSpPr>
          <p:nvPr>
            <p:ph type="subTitle" idx="1"/>
            <p:custDataLst>
              <p:tags r:id="rId3"/>
            </p:custDataLst>
          </p:nvPr>
        </p:nvSpPr>
        <p:spPr/>
        <p:txBody>
          <a:bodyPr/>
          <a:lstStyle/>
          <a:p>
            <a:pPr marL="0" indent="0" algn="ctr">
              <a:lnSpc>
                <a:spcPct val="100000"/>
              </a:lnSpc>
              <a:spcBef>
                <a:spcPts val="0"/>
              </a:spcBef>
              <a:spcAft>
                <a:spcPts val="1000"/>
              </a:spcAft>
              <a:buSzPct val="100000"/>
              <a:buNone/>
            </a:pPr>
            <a:r>
              <a:rPr lang="zh-CN" altLang="en-US" sz="1600">
                <a:solidFill>
                  <a:schemeClr val="dk1">
                    <a:lumMod val="85000"/>
                    <a:lumOff val="15000"/>
                  </a:schemeClr>
                </a:solidFill>
              </a:rPr>
              <a:t>演讲人</a:t>
            </a:r>
            <a:endParaRPr lang="zh-CN" altLang="en-US" sz="1600">
              <a:solidFill>
                <a:schemeClr val="dk1">
                  <a:lumMod val="85000"/>
                  <a:lumOff val="15000"/>
                </a:schemeClr>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txBox="1"/>
          <p:nvPr>
            <p:custDataLst>
              <p:tags r:id="rId1"/>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lt1"/>
                </a:solidFill>
                <a:latin typeface="Arial" panose="020B0604020202020204" pitchFamily="34" charset="0"/>
                <a:ea typeface="微软雅黑" panose="020B0503020204020204" charset="-122"/>
              </a:rPr>
              <a:t>2022-06-23</a:t>
            </a:r>
            <a:endParaRPr lang="zh-CN" altLang="en-US" spc="300">
              <a:solidFill>
                <a:schemeClr val="lt1"/>
              </a:solidFill>
              <a:latin typeface="Arial" panose="020B0604020202020204" pitchFamily="34" charset="0"/>
              <a:ea typeface="微软雅黑" panose="020B0503020204020204" charset="-122"/>
            </a:endParaRPr>
          </a:p>
        </p:txBody>
      </p:sp>
      <p:sp>
        <p:nvSpPr>
          <p:cNvPr id="2" name="标题 1"/>
          <p:cNvSpPr>
            <a:spLocks noGrp="1"/>
          </p:cNvSpPr>
          <p:nvPr>
            <p:ph type="ctrTitle"/>
            <p:custDataLst>
              <p:tags r:id="rId2"/>
            </p:custDataLst>
          </p:nvPr>
        </p:nvSpPr>
        <p:spPr/>
        <p:txBody>
          <a:bodyPr/>
          <a:lstStyle/>
          <a:p>
            <a:pPr marL="0" indent="0" algn="dist">
              <a:lnSpc>
                <a:spcPct val="100000"/>
              </a:lnSpc>
              <a:spcBef>
                <a:spcPts val="0"/>
              </a:spcBef>
              <a:spcAft>
                <a:spcPts val="0"/>
              </a:spcAft>
              <a:buSzPct val="100000"/>
              <a:buNone/>
            </a:pPr>
            <a:r>
              <a:rPr lang="zh-CN" altLang="en-US" sz="6600">
                <a:solidFill>
                  <a:schemeClr val="accent1"/>
                </a:solidFill>
                <a:sym typeface="+mn-ea"/>
              </a:rPr>
              <a:t>中国共产党党史</a:t>
            </a:r>
            <a:endParaRPr lang="zh-CN" altLang="en-US" sz="6600">
              <a:solidFill>
                <a:schemeClr val="accent1"/>
              </a:solidFill>
              <a:sym typeface="+mn-ea"/>
            </a:endParaRPr>
          </a:p>
        </p:txBody>
      </p:sp>
      <p:sp>
        <p:nvSpPr>
          <p:cNvPr id="4" name="副标题 3"/>
          <p:cNvSpPr>
            <a:spLocks noGrp="1"/>
          </p:cNvSpPr>
          <p:nvPr>
            <p:ph type="subTitle" idx="1"/>
            <p:custDataLst>
              <p:tags r:id="rId3"/>
            </p:custDataLst>
          </p:nvPr>
        </p:nvSpPr>
        <p:spPr/>
        <p:txBody>
          <a:bodyPr/>
          <a:lstStyle/>
          <a:p>
            <a:pPr marL="0" indent="0" algn="ctr">
              <a:lnSpc>
                <a:spcPct val="100000"/>
              </a:lnSpc>
              <a:spcBef>
                <a:spcPts val="0"/>
              </a:spcBef>
              <a:spcAft>
                <a:spcPts val="1000"/>
              </a:spcAft>
              <a:buSzPct val="100000"/>
              <a:buNone/>
            </a:pPr>
            <a:r>
              <a:rPr lang="zh-CN" altLang="en-US" sz="1600">
                <a:solidFill>
                  <a:schemeClr val="dk1">
                    <a:lumMod val="85000"/>
                    <a:lumOff val="15000"/>
                  </a:schemeClr>
                </a:solidFill>
              </a:rPr>
              <a:t>演讲人</a:t>
            </a:r>
            <a:endParaRPr lang="zh-CN" altLang="en-US" sz="1600">
              <a:solidFill>
                <a:schemeClr val="dk1">
                  <a:lumMod val="85000"/>
                  <a:lumOff val="15000"/>
                </a:schemeClr>
              </a:solidFill>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120198" y="937227"/>
            <a:ext cx="1967126" cy="1200329"/>
          </a:xfrm>
          <a:prstGeom prst="rect">
            <a:avLst/>
          </a:prstGeom>
          <a:noFill/>
        </p:spPr>
        <p:txBody>
          <a:bodyPr wrap="square" lIns="91440" tIns="45720" rIns="91440" bIns="45720" rtlCol="0">
            <a:normAutofit/>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pPr algn="ctr"/>
            <a:r>
              <a:rPr lang="zh-CN" altLang="en-US" sz="6000" b="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目录</a:t>
            </a:r>
            <a:endParaRPr lang="zh-CN" altLang="en-US" sz="6000" b="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
        <p:nvSpPr>
          <p:cNvPr id="36" name="文本框 35"/>
          <p:cNvSpPr txBox="1"/>
          <p:nvPr>
            <p:custDataLst>
              <p:tags r:id="rId2"/>
            </p:custDataLst>
          </p:nvPr>
        </p:nvSpPr>
        <p:spPr>
          <a:xfrm>
            <a:off x="1891666" y="2300600"/>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37" name="文本框 36"/>
          <p:cNvSpPr txBox="1"/>
          <p:nvPr>
            <p:custDataLst>
              <p:tags r:id="rId3"/>
            </p:custDataLst>
          </p:nvPr>
        </p:nvSpPr>
        <p:spPr>
          <a:xfrm>
            <a:off x="1891665" y="2757442"/>
            <a:ext cx="3838885" cy="338554"/>
          </a:xfrm>
          <a:prstGeom prst="rect">
            <a:avLst/>
          </a:prstGeom>
          <a:noFill/>
        </p:spPr>
        <p:txBody>
          <a:bodyPr wrap="square" lIns="91440" tIns="45720" rIns="91440" bIns="45720" rtlCol="0">
            <a:normAutofit/>
          </a:bodyPr>
          <a:lstStyle/>
          <a:p>
            <a:pPr marL="0" lvl="0" indent="0" algn="dist">
              <a:lnSpc>
                <a:spcPct val="100000"/>
              </a:lnSpc>
              <a:spcBef>
                <a:spcPts val="0"/>
              </a:spcBef>
              <a:spcAft>
                <a:spcPts val="0"/>
              </a:spcAft>
              <a:buSzPct val="100000"/>
              <a:buNone/>
            </a:pPr>
            <a:r>
              <a:rPr lang="zh-CN" altLang="en-US" sz="1000" dirty="0">
                <a:solidFill>
                  <a:schemeClr val="dk1"/>
                </a:solidFill>
                <a:latin typeface="Arial" panose="020B0604020202020204" pitchFamily="34" charset="0"/>
                <a:ea typeface="楷体" panose="02010609060101010101" pitchFamily="49" charset="-122"/>
                <a:cs typeface="+mn-ea"/>
              </a:rPr>
              <a:t>中国共产党党史</a:t>
            </a:r>
            <a:endParaRPr lang="zh-CN" altLang="en-US" sz="1000" dirty="0">
              <a:solidFill>
                <a:schemeClr val="dk1"/>
              </a:solidFill>
              <a:latin typeface="Arial" panose="020B0604020202020204" pitchFamily="34" charset="0"/>
              <a:ea typeface="楷体" panose="02010609060101010101" pitchFamily="49" charset="-122"/>
              <a:cs typeface="+mn-ea"/>
            </a:endParaRPr>
          </a:p>
        </p:txBody>
      </p:sp>
      <p:sp>
        <p:nvSpPr>
          <p:cNvPr id="35" name="文本框 34"/>
          <p:cNvSpPr txBox="1"/>
          <p:nvPr>
            <p:custDataLst>
              <p:tags r:id="rId4"/>
            </p:custDataLst>
          </p:nvPr>
        </p:nvSpPr>
        <p:spPr>
          <a:xfrm>
            <a:off x="953963" y="2306649"/>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01</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25" name="文本框 24"/>
          <p:cNvSpPr txBox="1"/>
          <p:nvPr>
            <p:custDataLst>
              <p:tags r:id="rId5"/>
            </p:custDataLst>
          </p:nvPr>
        </p:nvSpPr>
        <p:spPr>
          <a:xfrm>
            <a:off x="1891414" y="3332493"/>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9" name="文本框 8"/>
          <p:cNvSpPr txBox="1"/>
          <p:nvPr>
            <p:custDataLst>
              <p:tags r:id="rId6"/>
            </p:custDataLst>
          </p:nvPr>
        </p:nvSpPr>
        <p:spPr>
          <a:xfrm>
            <a:off x="1891413" y="3789335"/>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dirty="0">
              <a:solidFill>
                <a:schemeClr val="dk1"/>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solidFill>
                <a:latin typeface="Arial" panose="020B0604020202020204" pitchFamily="34" charset="0"/>
                <a:ea typeface="楷体" panose="02010609060101010101" pitchFamily="49" charset="-122"/>
                <a:cs typeface="+mn-ea"/>
              </a:rPr>
              <a:t>社会主义革命和建设时期（1949-1978）</a:t>
            </a:r>
            <a:endParaRPr lang="zh-CN" altLang="en-US" sz="1000">
              <a:solidFill>
                <a:schemeClr val="dk1"/>
              </a:solidFill>
              <a:latin typeface="Arial" panose="020B0604020202020204" pitchFamily="34" charset="0"/>
              <a:ea typeface="楷体" panose="02010609060101010101" pitchFamily="49" charset="-122"/>
              <a:cs typeface="+mn-ea"/>
            </a:endParaRPr>
          </a:p>
        </p:txBody>
      </p:sp>
      <p:sp>
        <p:nvSpPr>
          <p:cNvPr id="27" name="文本框 26"/>
          <p:cNvSpPr txBox="1"/>
          <p:nvPr>
            <p:custDataLst>
              <p:tags r:id="rId7"/>
            </p:custDataLst>
          </p:nvPr>
        </p:nvSpPr>
        <p:spPr>
          <a:xfrm>
            <a:off x="953711" y="3338542"/>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03</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30" name="文本框 29"/>
          <p:cNvSpPr txBox="1"/>
          <p:nvPr>
            <p:custDataLst>
              <p:tags r:id="rId8"/>
            </p:custDataLst>
          </p:nvPr>
        </p:nvSpPr>
        <p:spPr>
          <a:xfrm>
            <a:off x="7679528" y="3331996"/>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31" name="文本框 30"/>
          <p:cNvSpPr txBox="1"/>
          <p:nvPr>
            <p:custDataLst>
              <p:tags r:id="rId9"/>
            </p:custDataLst>
          </p:nvPr>
        </p:nvSpPr>
        <p:spPr>
          <a:xfrm>
            <a:off x="7679527" y="3788838"/>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a:solidFill>
                <a:schemeClr val="dk1"/>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solidFill>
                <a:latin typeface="Arial" panose="020B0604020202020204" pitchFamily="34" charset="0"/>
                <a:ea typeface="楷体" panose="02010609060101010101" pitchFamily="49" charset="-122"/>
                <a:cs typeface="+mn-ea"/>
              </a:rPr>
              <a:t>改革开放和社会主义现代化建设时期（1978-2012）</a:t>
            </a:r>
            <a:endParaRPr lang="zh-CN" altLang="en-US" sz="1000">
              <a:solidFill>
                <a:schemeClr val="dk1"/>
              </a:solidFill>
              <a:latin typeface="Arial" panose="020B0604020202020204" pitchFamily="34" charset="0"/>
              <a:ea typeface="楷体" panose="02010609060101010101" pitchFamily="49" charset="-122"/>
              <a:cs typeface="+mn-ea"/>
            </a:endParaRPr>
          </a:p>
        </p:txBody>
      </p:sp>
      <p:sp>
        <p:nvSpPr>
          <p:cNvPr id="10" name="文本框 9"/>
          <p:cNvSpPr txBox="1"/>
          <p:nvPr>
            <p:custDataLst>
              <p:tags r:id="rId10"/>
            </p:custDataLst>
          </p:nvPr>
        </p:nvSpPr>
        <p:spPr>
          <a:xfrm>
            <a:off x="6741825" y="3338045"/>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04</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39" name="文本框 38"/>
          <p:cNvSpPr txBox="1"/>
          <p:nvPr>
            <p:custDataLst>
              <p:tags r:id="rId11"/>
            </p:custDataLst>
          </p:nvPr>
        </p:nvSpPr>
        <p:spPr>
          <a:xfrm>
            <a:off x="7677623" y="2300103"/>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40" name="文本框 39"/>
          <p:cNvSpPr txBox="1"/>
          <p:nvPr>
            <p:custDataLst>
              <p:tags r:id="rId12"/>
            </p:custDataLst>
          </p:nvPr>
        </p:nvSpPr>
        <p:spPr>
          <a:xfrm>
            <a:off x="7677622" y="2756945"/>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dirty="0">
              <a:solidFill>
                <a:schemeClr val="dk1"/>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solidFill>
                <a:latin typeface="Arial" panose="020B0604020202020204" pitchFamily="34" charset="0"/>
                <a:ea typeface="楷体" panose="02010609060101010101" pitchFamily="49" charset="-122"/>
                <a:cs typeface="+mn-ea"/>
              </a:rPr>
              <a:t>新民主主义革命时期（1921-1949）</a:t>
            </a:r>
            <a:endParaRPr lang="zh-CN" altLang="en-US" sz="1000">
              <a:solidFill>
                <a:schemeClr val="dk1"/>
              </a:solidFill>
              <a:latin typeface="Arial" panose="020B0604020202020204" pitchFamily="34" charset="0"/>
              <a:ea typeface="楷体" panose="02010609060101010101" pitchFamily="49" charset="-122"/>
              <a:cs typeface="+mn-ea"/>
            </a:endParaRPr>
          </a:p>
        </p:txBody>
      </p:sp>
      <p:sp>
        <p:nvSpPr>
          <p:cNvPr id="41" name="文本框 40"/>
          <p:cNvSpPr txBox="1"/>
          <p:nvPr>
            <p:custDataLst>
              <p:tags r:id="rId13"/>
            </p:custDataLst>
          </p:nvPr>
        </p:nvSpPr>
        <p:spPr>
          <a:xfrm>
            <a:off x="6739920" y="2306152"/>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02</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11" name="文本框 10"/>
          <p:cNvSpPr txBox="1"/>
          <p:nvPr>
            <p:custDataLst>
              <p:tags r:id="rId14"/>
            </p:custDataLst>
          </p:nvPr>
        </p:nvSpPr>
        <p:spPr>
          <a:xfrm>
            <a:off x="1891414" y="4375163"/>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lumMod val="75000"/>
                  </a:schemeClr>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lumMod val="75000"/>
                </a:schemeClr>
              </a:solidFill>
              <a:latin typeface="Arial" panose="020B0604020202020204" pitchFamily="34" charset="0"/>
              <a:ea typeface="楷体" panose="02010609060101010101" pitchFamily="49" charset="-122"/>
              <a:sym typeface="Arial" panose="020B0604020202020204" pitchFamily="34" charset="0"/>
            </a:endParaRPr>
          </a:p>
        </p:txBody>
      </p:sp>
      <p:sp>
        <p:nvSpPr>
          <p:cNvPr id="12" name="文本框 11"/>
          <p:cNvSpPr txBox="1"/>
          <p:nvPr>
            <p:custDataLst>
              <p:tags r:id="rId15"/>
            </p:custDataLst>
          </p:nvPr>
        </p:nvSpPr>
        <p:spPr>
          <a:xfrm>
            <a:off x="1891413" y="4832005"/>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a:solidFill>
                <a:schemeClr val="dk1">
                  <a:lumMod val="85000"/>
                  <a:lumOff val="15000"/>
                </a:schemeClr>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lumMod val="85000"/>
                    <a:lumOff val="15000"/>
                  </a:schemeClr>
                </a:solidFill>
                <a:latin typeface="Arial" panose="020B0604020202020204" pitchFamily="34" charset="0"/>
                <a:ea typeface="楷体" panose="02010609060101010101" pitchFamily="49" charset="-122"/>
                <a:cs typeface="+mn-ea"/>
              </a:rPr>
              <a:t>中国特色社会主义新时代（2012-至今）</a:t>
            </a:r>
            <a:endParaRPr lang="zh-CN" altLang="en-US" sz="1000">
              <a:solidFill>
                <a:schemeClr val="dk1">
                  <a:lumMod val="85000"/>
                  <a:lumOff val="15000"/>
                </a:schemeClr>
              </a:solidFill>
              <a:latin typeface="Arial" panose="020B0604020202020204" pitchFamily="34" charset="0"/>
              <a:ea typeface="楷体" panose="02010609060101010101" pitchFamily="49" charset="-122"/>
              <a:cs typeface="+mn-ea"/>
            </a:endParaRPr>
          </a:p>
        </p:txBody>
      </p:sp>
      <p:sp>
        <p:nvSpPr>
          <p:cNvPr id="18" name="文本框 17"/>
          <p:cNvSpPr txBox="1"/>
          <p:nvPr>
            <p:custDataLst>
              <p:tags r:id="rId16"/>
            </p:custDataLst>
          </p:nvPr>
        </p:nvSpPr>
        <p:spPr>
          <a:xfrm>
            <a:off x="953711" y="4381212"/>
            <a:ext cx="893253" cy="830998"/>
          </a:xfrm>
          <a:prstGeom prst="rect">
            <a:avLst/>
          </a:prstGeom>
          <a:noFill/>
        </p:spPr>
        <p:txBody>
          <a:bodyPr wrap="square" lIns="91440" tIns="45720" rIns="91440" bIns="45720" rtlCol="0">
            <a:normAutofit/>
          </a:bodyPr>
          <a:lstStyle/>
          <a:p>
            <a:r>
              <a:rPr lang="en-US" altLang="zh-CN" sz="4800" b="1" dirty="0">
                <a:solidFill>
                  <a:schemeClr val="dk1">
                    <a:lumMod val="85000"/>
                    <a:lumOff val="15000"/>
                  </a:schemeClr>
                </a:solidFill>
                <a:latin typeface="Arial" panose="020B0604020202020204" pitchFamily="34" charset="0"/>
                <a:ea typeface="楷体" panose="02010609060101010101" pitchFamily="49" charset="-122"/>
                <a:sym typeface="Arial" panose="020B0604020202020204" pitchFamily="34" charset="0"/>
              </a:rPr>
              <a:t>05</a:t>
            </a:r>
            <a:endParaRPr lang="en-US" altLang="zh-CN" sz="4800" b="1" dirty="0">
              <a:solidFill>
                <a:schemeClr val="dk1">
                  <a:lumMod val="85000"/>
                  <a:lumOff val="15000"/>
                </a:schemeClr>
              </a:solidFill>
              <a:latin typeface="Arial" panose="020B0604020202020204" pitchFamily="34" charset="0"/>
              <a:ea typeface="楷体" panose="02010609060101010101" pitchFamily="49" charset="-122"/>
              <a:sym typeface="Arial" panose="020B0604020202020204" pitchFamily="34" charset="0"/>
            </a:endParaRPr>
          </a:p>
        </p:txBody>
      </p:sp>
    </p:spTree>
    <p:custDataLst>
      <p:tags r:id="rId1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新民主主义革命时期（1921-1949）</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第一章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新民主主义革命时期（1921-1949）</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中国共产党的创立及早年的革命活动时期</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中国共产党的创立及早年的革命活动时期</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党的一大：中国共产党诞生</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党的一大：中国共产党诞生</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党的二大：提出反帝反封建的民主革命纲领</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党的三大：大革命洪流中召开的党的代表大会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7" name="图片 6"/>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8" name="图片 7"/>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第一次国共合作的实现</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a:p>
            <a:fld id="{760FBDFE-C587-4B4C-A407-44438C67B59E}" type="datetime1">
              <a:rPr lang="zh-CN" altLang="en-US" smtClean="0">
                <a:solidFill>
                  <a:schemeClr val="lt1"/>
                </a:solidFill>
                <a:latin typeface="楷体" panose="02010609060101010101" pitchFamily="49" charset="-122"/>
              </a:rPr>
            </a:fld>
            <a:endParaRPr lang="zh-CN" altLang="en-US" smtClean="0">
              <a:solidFill>
                <a:schemeClr val="lt1"/>
              </a:solidFill>
              <a:latin typeface="楷体" panose="02010609060101010101" pitchFamily="49" charset="-122"/>
            </a:endParaRPr>
          </a:p>
        </p:txBody>
      </p:sp>
      <p:sp>
        <p:nvSpPr>
          <p:cNvPr id="21" name="灯片编号占位符 20"/>
          <p:cNvSpPr>
            <a:spLocks noGrp="1"/>
          </p:cNvSpPr>
          <p:nvPr>
            <p:ph type="sldNum" sz="quarter" idx="12"/>
            <p:custDataLst>
              <p:tags r:id="rId17"/>
            </p:custDataLst>
          </p:nvPr>
        </p:nvSpPr>
        <p:spPr/>
        <p:txBody>
          <a:bodyPr/>
          <a:p>
            <a:fld id="{49AE70B2-8BF9-45C0-BB95-33D1B9D3A854}" type="slidenum">
              <a:rPr lang="zh-CN" altLang="en-US" smtClean="0">
                <a:solidFill>
                  <a:schemeClr val="lt1"/>
                </a:solidFill>
                <a:latin typeface="楷体" panose="02010609060101010101" pitchFamily="49" charset="-122"/>
              </a:rPr>
            </a:fld>
            <a:endParaRPr lang="zh-CN" altLang="en-US" dirty="0" smtClean="0">
              <a:solidFill>
                <a:schemeClr val="lt1"/>
              </a:solidFill>
              <a:latin typeface="楷体" panose="02010609060101010101" pitchFamily="49" charset="-122"/>
            </a:endParaRPr>
          </a:p>
        </p:txBody>
      </p:sp>
      <p:sp>
        <p:nvSpPr>
          <p:cNvPr id="22" name="页脚占位符 21"/>
          <p:cNvSpPr>
            <a:spLocks noGrp="1"/>
          </p:cNvSpPr>
          <p:nvPr>
            <p:ph type="ftr" sz="quarter" idx="11"/>
            <p:custDataLst>
              <p:tags r:id="rId18"/>
            </p:custDataLst>
          </p:nvPr>
        </p:nvSpPr>
        <p:spPr/>
        <p:txBody>
          <a:bodyPr/>
          <a:p>
            <a:r>
              <a:rPr lang="zh-CN" altLang="en-US" dirty="0">
                <a:solidFill>
                  <a:schemeClr val="lt1"/>
                </a:solidFill>
                <a:latin typeface="楷体" panose="02010609060101010101" pitchFamily="49" charset="-122"/>
              </a:rPr>
              <a:t>中国共产党党史</a:t>
            </a:r>
            <a:endParaRPr lang="zh-CN" altLang="en-US" dirty="0">
              <a:solidFill>
                <a:schemeClr val="lt1"/>
              </a:solidFill>
              <a:latin typeface="楷体" panose="02010609060101010101" pitchFamily="49" charset="-122"/>
            </a:endParaRPr>
          </a:p>
        </p:txBody>
      </p:sp>
    </p:spTree>
    <p:custDataLst>
      <p:tags r:id="rId19"/>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党的四大：大革命洪流中召开的党的代表大会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国民大革命高潮的到来</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国民大革命高潮的中途夭折</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党的五大：大革命洪流中召开的党的代表大会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南昌起义和八七会议</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党的六大：唯一一次在国外召开的党的代表大会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第五次反围剿的失败和长征</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遵义会议和长征胜利</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遵义会议和长征胜利</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抗日战争时期（1937.8-1945.8）</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抗日民族统一战线形成</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抗日战争时期（1937.8-1945.8）</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党的七大：确立毛泽东思想在全党的指导地位</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全国解放战争时期（1945.9-1949.10）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解放战争</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全国解放战争时期（1945.9-1949.10）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三大战役中国土地法大纲三大战役和土地制度改革</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全国解放战争时期（1945.9-1949.10）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西柏坡—中共七届二中全会</a:t>
            </a:r>
            <a:endParaRPr dirty="0" err="1">
              <a:solidFill>
                <a:schemeClr val="l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社会主义革命和建设时期（1949-1978）</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第一章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社会主义革命和建设时期（1949-1978）</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基本完成社会主义改造（1949.10-1956.12）</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基本完成社会主义改造时期</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基本完成社会主义改造（1949.10-1956.12）</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第一届全国人民代表大会</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开始全面建设社会主义时期（1957.1-1966.4）</a:t>
            </a:r>
            <a:endParaRPr lang="zh-CN" sz="3555" dirty="0" err="1">
              <a:solidFill>
                <a:schemeClr val="dk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accent1"/>
                </a:solidFill>
                <a:latin typeface="楷体" panose="02010609060101010101" pitchFamily="49" charset="-122"/>
                <a:ea typeface="楷体" panose="02010609060101010101" pitchFamily="49" charset="-122"/>
                <a:sym typeface="微软雅黑" panose="020B0503020204020204" charset="-122"/>
              </a:rPr>
              <a:t>社会主义建设在探索中曲折发展</a:t>
            </a:r>
            <a:endParaRPr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开始全面建设社会主义时期（1957.1-1966.4）</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党的八大：探索建设社会主义道路的良好开端</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“文化大革命”时期（1966.5-1976.10）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文化大革命</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“文化大革命”时期（1966.5-1976.10）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党的九大：文化大革命中的大会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“文化大革命”时期（1966.5-1976.10）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党的十大：文化大革命中的大会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改革开放和社会主义现代化建设时期（1978-2012）</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第二章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改革开放和社会主义现代化建设时期（1978-2012）</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党的十一大：文化大革命中后的首次大会</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党的十二大：开创社会主义现代化建设新局面</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党的十三大：阐述社会主义初级阶段理论</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党的十三大：阐述社会主义初级阶段理论</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党的十五大：高举邓小平理论伟大旗帜</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党的十六大：与时俱进的大会</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党的十七大：科学发展，共建和谐的大会</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中国特色社会主义新时代（2012-至今）</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第三章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党的十八大：坚定不移沿着中国特色社会主义道路前进</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党的十八大：坚定不移沿着中国特色社会主义道路前进</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lIns="91440" tIns="45720" rIns="91440" bIns="45720">
            <a:normAutofit/>
          </a:bodyPr>
          <a:p>
            <a:pPr marL="0" indent="0" algn="ctr">
              <a:lnSpc>
                <a:spcPct val="100000"/>
              </a:lnSpc>
              <a:spcBef>
                <a:spcPts val="0"/>
              </a:spcBef>
              <a:spcAft>
                <a:spcPts val="0"/>
              </a:spcAft>
              <a:buSzPct val="100000"/>
              <a:buNone/>
            </a:pPr>
            <a:r>
              <a:rPr lang="zh-CN" altLang="en-US" sz="6000" dirty="0">
                <a:solidFill>
                  <a:schemeClr val="accent1"/>
                </a:solidFill>
              </a:rPr>
              <a:t>中国共产党党史</a:t>
            </a:r>
            <a:endParaRPr lang="zh-CN" altLang="en-US" sz="6000" dirty="0">
              <a:solidFill>
                <a:schemeClr val="accent1"/>
              </a:solidFill>
            </a:endParaRPr>
          </a:p>
        </p:txBody>
      </p:sp>
      <p:sp>
        <p:nvSpPr>
          <p:cNvPr id="6" name="文本占位符 5"/>
          <p:cNvSpPr>
            <a:spLocks noGrp="1"/>
          </p:cNvSpPr>
          <p:nvPr>
            <p:ph type="body" sz="quarter" idx="13"/>
            <p:custDataLst>
              <p:tags r:id="rId2"/>
            </p:custDataLst>
          </p:nvPr>
        </p:nvSpPr>
        <p:spPr/>
        <p:txBody>
          <a:bodyPr lIns="91440" tIns="45720" rIns="91440" bIns="45720"/>
          <a:p>
            <a:pPr marL="0" lvl="0" indent="0" algn="ctr">
              <a:lnSpc>
                <a:spcPct val="130000"/>
              </a:lnSpc>
              <a:spcBef>
                <a:spcPts val="0"/>
              </a:spcBef>
              <a:spcAft>
                <a:spcPts val="1000"/>
              </a:spcAft>
              <a:buSzPct val="100000"/>
              <a:buNone/>
            </a:pPr>
            <a:r>
              <a:rPr lang="zh-CN" altLang="en-US" sz="2400" dirty="0">
                <a:solidFill>
                  <a:schemeClr val="dk1">
                    <a:lumMod val="85000"/>
                    <a:lumOff val="15000"/>
                  </a:schemeClr>
                </a:solidFill>
              </a:rPr>
              <a:t>谢谢</a:t>
            </a:r>
            <a:endParaRPr lang="zh-CN" altLang="en-US" sz="2400" dirty="0">
              <a:solidFill>
                <a:schemeClr val="dk1">
                  <a:lumMod val="85000"/>
                  <a:lumOff val="15000"/>
                </a:schemeClr>
              </a:solidFill>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Lst>
</file>

<file path=ppt/tags/tag1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4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SLIDE_BACKGROUND_TYPE" val="frame"/>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SLIDE_BACKGROUND_TYPE" val="leftRight"/>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
  <p:tag name="KSO_WM_UNIT_LAYERLEVEL" val="1"/>
  <p:tag name="KSO_WM_TAG_VERSION" val="1.0"/>
  <p:tag name="KSO_WM_BEAUTIFY_FLAG" val="#wm#"/>
  <p:tag name="KSO_WM_UNIT_TYPE" val="i"/>
  <p:tag name="KSO_WM_UNIT_INDEX" val="2"/>
  <p:tag name="KSO_WM_SLIDE_BACKGROUND_TYPE" val="leftRight"/>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53.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55.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6.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7.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8.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9.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0.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SLIDE_BACKGROUND_TYPE" val="topBotto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
  <p:tag name="KSO_WM_UNIT_LAYERLEVEL" val="1"/>
  <p:tag name="KSO_WM_TAG_VERSION" val="1.0"/>
  <p:tag name="KSO_WM_BEAUTIFY_FLAG" val="#wm#"/>
  <p:tag name="KSO_WM_UNIT_TYPE" val="i"/>
  <p:tag name="KSO_WM_UNIT_INDEX" val="2"/>
  <p:tag name="KSO_WM_SLIDE_BACKGROUND_TYPE" val="topBotto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65.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66.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7.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8.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9.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0.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1.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 name="KSO_WM_SLIDE_BACKGROUND_TYPE" val="bottomTop"/>
</p:tagLst>
</file>

<file path=ppt/tags/tag176.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77.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8.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9.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0.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1.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2.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
  <p:tag name="KSO_WM_UNIT_LAYERLEVEL" val="1"/>
  <p:tag name="KSO_WM_TAG_VERSION" val="1.0"/>
  <p:tag name="KSO_WM_BEAUTIFY_FLAG" val="#wm#"/>
  <p:tag name="KSO_WM_UNIT_TYPE" val="i"/>
  <p:tag name="KSO_WM_UNIT_INDEX" val="2"/>
  <p:tag name="KSO_WM_SLIDE_BACKGROUND_TYPE" val="navigation"/>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87.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88.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9.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0.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1.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2.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3.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4.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5.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SLIDE_BACKGROUND_TYPE" val="belt"/>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 name="KSO_WM_SLIDE_BACKGROUND_TYPE" val="belt"/>
</p:tagLst>
</file>

<file path=ppt/tags/tag199.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202.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3.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4.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5.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6.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7"/>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7"/>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2.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7617"/>
  <p:tag name="KSO_WM_TEMPLATE_THUMBS_INDEX" val="1、4、5、6、8、10、11、12、13"/>
</p:tagLst>
</file>

<file path=ppt/tags/tag213.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214.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7617_1*a*1"/>
  <p:tag name="KSO_WM_TEMPLATE_CATEGORY" val="custom"/>
  <p:tag name="KSO_WM_TEMPLATE_INDEX" val="20207617"/>
  <p:tag name="KSO_WM_UNIT_LAYERLEVEL" val="1"/>
  <p:tag name="KSO_WM_TAG_VERSION" val="1.0"/>
  <p:tag name="KSO_WM_BEAUTIFY_FLAG" val="#wm#"/>
  <p:tag name="KSO_WM_UNIT_PRESET_TEXT" val="党政通用模板"/>
</p:tagLst>
</file>

<file path=ppt/tags/tag21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wm#"/>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216.xml><?xml version="1.0" encoding="utf-8"?>
<p:tagLst xmlns:p="http://schemas.openxmlformats.org/presentationml/2006/main">
  <p:tag name="KSO_WM_SLIDE_ID" val="custom2020761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7617"/>
  <p:tag name="KSO_WM_SLIDE_LAYOUT" val="a_b"/>
  <p:tag name="KSO_WM_SLIDE_LAYOUT_CNT" val="1_1"/>
  <p:tag name="KSO_WM_TEMPLATE_THUMBS_INDEX" val="1、4、6、7、8、10、11、13、15"/>
</p:tagLst>
</file>

<file path=ppt/tags/tag217.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218.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7617_1*a*1"/>
  <p:tag name="KSO_WM_TEMPLATE_CATEGORY" val="custom"/>
  <p:tag name="KSO_WM_TEMPLATE_INDEX" val="20207617"/>
  <p:tag name="KSO_WM_UNIT_LAYERLEVEL" val="1"/>
  <p:tag name="KSO_WM_TAG_VERSION" val="1.0"/>
  <p:tag name="KSO_WM_BEAUTIFY_FLAG" val="#wm#"/>
  <p:tag name="KSO_WM_UNIT_PRESET_TEXT" val="党政通用模板"/>
</p:tagLst>
</file>

<file path=ppt/tags/tag21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wm#"/>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220.xml><?xml version="1.0" encoding="utf-8"?>
<p:tagLst xmlns:p="http://schemas.openxmlformats.org/presentationml/2006/main">
  <p:tag name="KSO_WM_SLIDE_ID" val="custom2020761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7617"/>
  <p:tag name="KSO_WM_SLIDE_LAYOUT" val="a_b"/>
  <p:tag name="KSO_WM_SLIDE_LAYOUT_CNT" val="1_1"/>
  <p:tag name="KSO_WM_TEMPLATE_THUMBS_INDEX" val="1、4、6、7、8、10、11、13、15"/>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a*1"/>
  <p:tag name="KSO_WM_TEMPLATE_CATEGORY" val="custom"/>
  <p:tag name="KSO_WM_TEMPLATE_INDEX" val="20207617"/>
  <p:tag name="KSO_WM_UNIT_LAYERLEVEL" val="1"/>
  <p:tag name="KSO_WM_TAG_VERSION" val="1.0"/>
  <p:tag name="KSO_WM_BEAUTIFY_FLAG" val="#wm#"/>
  <p:tag name="KSO_WM_UNIT_ISCONTENTSTITLE" val="1"/>
  <p:tag name="KSO_WM_UNIT_ISNUMDGMTITLE" val="0"/>
  <p:tag name="KSO_WM_UNIT_NOCLEAR" val="0"/>
  <p:tag name="KSO_WM_UNIT_VALUE" val="2"/>
  <p:tag name="KSO_WM_DIAGRAM_GROUP_CODE" val="l1-1"/>
  <p:tag name="KSO_WM_UNIT_TYPE" val="a"/>
  <p:tag name="KSO_WM_UNIT_INDEX" val="1"/>
  <p:tag name="KSO_WM_UNIT_PRESET_TEXT" val="目录"/>
  <p:tag name="KSO_WM_UNIT_TEXT_FILL_FORE_SCHEMECOLOR_INDEX" val="5"/>
  <p:tag name="KSO_WM_UNIT_TEXT_FILL_TYPE" val="1"/>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1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1_1"/>
  <p:tag name="KSO_WM_UNIT_PRESET_TEXT" val="单击此处添加标题"/>
  <p:tag name="KSO_WM_UNIT_TEXT_FILL_FORE_SCHEMECOLOR_INDEX" val="15"/>
  <p:tag name="KSO_WM_UNIT_TEXT_FILL_TYPE" val="1"/>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1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1_1"/>
  <p:tag name="KSO_WM_UNIT_PRESET_TEXT" val="在此录入上述图表的综合描述说明"/>
  <p:tag name="KSO_WM_UNIT_TEXT_FILL_FORE_SCHEMECOLOR_INDEX" val="13"/>
  <p:tag name="KSO_WM_UNIT_TEXT_FILL_TYPE" val="1"/>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1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1_1"/>
  <p:tag name="KSO_WM_UNIT_SUBTYPE" val="d"/>
  <p:tag name="KSO_WM_UNIT_TEXT_FILL_FORE_SCHEMECOLOR_INDEX" val="5"/>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3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3_1"/>
  <p:tag name="KSO_WM_UNIT_PRESET_TEXT" val="单击此处添加标题"/>
  <p:tag name="KSO_WM_UNIT_TEXT_FILL_FORE_SCHEMECOLOR_INDEX" val="15"/>
  <p:tag name="KSO_WM_UNIT_TEXT_FILL_TYPE" val="1"/>
  <p:tag name="KSO_WM_UNIT_USESOURCEFORMAT_APPL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3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3_1"/>
  <p:tag name="KSO_WM_UNIT_PRESET_TEXT" val="在此录入上述图表的综合描述说明"/>
  <p:tag name="KSO_WM_UNIT_TEXT_FILL_FORE_SCHEMECOLOR_INDEX" val="13"/>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3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3_1"/>
  <p:tag name="KSO_WM_UNIT_SUBTYPE" val="d"/>
  <p:tag name="KSO_WM_UNIT_TEXT_FILL_FORE_SCHEMECOLOR_INDEX" val="5"/>
  <p:tag name="KSO_WM_UNIT_TEXT_FILL_TYPE" val="1"/>
  <p:tag name="KSO_WM_UNIT_USESOURCEFORMAT_APPL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4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4_1"/>
  <p:tag name="KSO_WM_UNIT_PRESET_TEXT" val="单击此处添加标题"/>
  <p:tag name="KSO_WM_UNIT_TEXT_FILL_FORE_SCHEMECOLOR_INDEX" val="15"/>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4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4_1"/>
  <p:tag name="KSO_WM_UNIT_PRESET_TEXT" val="在此录入上述图表的综合描述说明"/>
  <p:tag name="KSO_WM_UNIT_TEXT_FILL_FORE_SCHEMECOLOR_INDEX" val="13"/>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4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4_1"/>
  <p:tag name="KSO_WM_UNIT_SUBTYPE" val="d"/>
  <p:tag name="KSO_WM_UNIT_TEXT_FILL_FORE_SCHEMECOLOR_INDEX" val="5"/>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2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2_1"/>
  <p:tag name="KSO_WM_UNIT_PRESET_TEXT" val="单击此处添加标题"/>
  <p:tag name="KSO_WM_UNIT_TEXT_FILL_FORE_SCHEMECOLOR_INDEX" val="15"/>
  <p:tag name="KSO_WM_UNIT_TEXT_FILL_TYPE" val="1"/>
  <p:tag name="KSO_WM_UNIT_USESOURCEFORMAT_APPLY"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2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2_1"/>
  <p:tag name="KSO_WM_UNIT_PRESET_TEXT" val="在此录入上述图表的综合描述说明"/>
  <p:tag name="KSO_WM_UNIT_TEXT_FILL_FORE_SCHEMECOLOR_INDEX" val="13"/>
  <p:tag name="KSO_WM_UNIT_TEXT_FILL_TYPE" val="1"/>
  <p:tag name="KSO_WM_UNIT_USESOURCEFORMAT_APPL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2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2_1"/>
  <p:tag name="KSO_WM_UNIT_SUBTYPE" val="d"/>
  <p:tag name="KSO_WM_UNIT_TEXT_FILL_FORE_SCHEMECOLOR_INDEX" val="5"/>
  <p:tag name="KSO_WM_UNIT_TEXT_FILL_TYPE" val="1"/>
  <p:tag name="KSO_WM_UNIT_USESOURCEFORMAT_APPLY"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5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5_1"/>
  <p:tag name="KSO_WM_UNIT_PRESET_TEXT" val="单击此处添加标题"/>
  <p:tag name="KSO_WM_UNIT_TEXT_FILL_FORE_SCHEMECOLOR_INDEX" val="15"/>
  <p:tag name="KSO_WM_UNIT_TEXT_FILL_TYPE" val="1"/>
  <p:tag name="KSO_WM_UNIT_USESOURCEFORMAT_APPLY"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5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5_1"/>
  <p:tag name="KSO_WM_UNIT_PRESET_TEXT" val="在此录入上述图表的综合描述说明"/>
  <p:tag name="KSO_WM_UNIT_TEXT_FILL_FORE_SCHEMECOLOR_INDEX" val="13"/>
  <p:tag name="KSO_WM_UNIT_TEXT_FILL_TYPE" val="1"/>
  <p:tag name="KSO_WM_UNIT_USESOURCEFORMAT_APPLY"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5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5_1"/>
  <p:tag name="KSO_WM_UNIT_SUBTYPE" val="d"/>
  <p:tag name="KSO_WM_UNIT_TEXT_FILL_FORE_SCHEMECOLOR_INDEX" val="5"/>
  <p:tag name="KSO_WM_UNIT_TEXT_FILL_TYPE" val="1"/>
  <p:tag name="KSO_WM_UNIT_USESOURCEFORMAT_APPLY" val="1"/>
</p:tagLst>
</file>

<file path=ppt/tags/tag237.xml><?xml version="1.0" encoding="utf-8"?>
<p:tagLst xmlns:p="http://schemas.openxmlformats.org/presentationml/2006/main">
  <p:tag name="KSO_WM_SLIDE_ID" val="custom20207617_5"/>
  <p:tag name="KSO_WM_TEMPLATE_SUBCATEGORY" val="0"/>
  <p:tag name="KSO_WM_TEMPLATE_MASTER_TYPE" val="1"/>
  <p:tag name="KSO_WM_TEMPLATE_COLOR_TYPE" val="1"/>
  <p:tag name="KSO_WM_SLIDE_ITEM_CNT" val="5"/>
  <p:tag name="KSO_WM_SLIDE_INDEX" val="5"/>
  <p:tag name="KSO_WM_TAG_VERSION" val="1.0"/>
  <p:tag name="KSO_WM_BEAUTIFY_FLAG" val="#wm#"/>
  <p:tag name="KSO_WM_TEMPLATE_CATEGORY" val="custom"/>
  <p:tag name="KSO_WM_TEMPLATE_INDEX" val="20207617"/>
  <p:tag name="KSO_WM_SLIDE_TYPE" val="contents"/>
  <p:tag name="KSO_WM_SLIDE_SUBTYPE" val="diag"/>
  <p:tag name="KSO_WM_DIAGRAM_GROUP_CODE" val="l1-1"/>
  <p:tag name="KSO_WM_SLIDE_DIAGTYPE" val="l"/>
  <p:tag name="KSO_WM_SLIDE_LAYOUT" val="a_l"/>
  <p:tag name="KSO_WM_SLIDE_LAYOUT_CNT" val="1_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239.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一章"/>
  <p:tag name="KSO_WM_UNIT_NOCLEAR" val="0"/>
  <p:tag name="KSO_WM_UNIT_VALUE" val="1"/>
  <p:tag name="KSO_WM_UNIT_TEXT_FILL_FORE_SCHEMECOLOR_INDEX_BRIGHTNESS" val="0"/>
  <p:tag name="KSO_WM_UNIT_TEXT_FILL_FORE_SCHEMECOLOR_INDEX" val="5"/>
  <p:tag name="KSO_WM_UNIT_TEXT_FILL_TYPE" val="1"/>
</p:tagLst>
</file>

<file path=ppt/tags/tag240.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4.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35.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36.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4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4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8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8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0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0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0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0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5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5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5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5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5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1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1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1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1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1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52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一章"/>
  <p:tag name="KSO_WM_UNIT_NOCLEAR" val="0"/>
  <p:tag name="KSO_WM_UNIT_VALUE" val="1"/>
  <p:tag name="KSO_WM_UNIT_TEXT_FILL_FORE_SCHEMECOLOR_INDEX_BRIGHTNESS" val="0"/>
  <p:tag name="KSO_WM_UNIT_TEXT_FILL_FORE_SCHEMECOLOR_INDEX" val="5"/>
  <p:tag name="KSO_WM_UNIT_TEXT_FILL_TYPE" val="1"/>
</p:tagLst>
</file>

<file path=ppt/tags/tag524.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4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4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4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4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4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9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9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9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9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9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61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1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1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1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1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62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2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2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3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3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63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二章"/>
  <p:tag name="KSO_WM_UNIT_NOCLEAR" val="0"/>
  <p:tag name="KSO_WM_UNIT_VALUE" val="1"/>
  <p:tag name="KSO_WM_UNIT_TEXT_FILL_FORE_SCHEMECOLOR_INDEX_BRIGHTNESS" val="0"/>
  <p:tag name="KSO_WM_UNIT_TEXT_FILL_FORE_SCHEMECOLOR_INDEX" val="5"/>
  <p:tag name="KSO_WM_UNIT_TEXT_FILL_TYPE" val="1"/>
</p:tagLst>
</file>

<file path=ppt/tags/tag639.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6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6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6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6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7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7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7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7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9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0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1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1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1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1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1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2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2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2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2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2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3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746.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三章"/>
  <p:tag name="KSO_WM_UNIT_NOCLEAR" val="0"/>
  <p:tag name="KSO_WM_UNIT_VALUE" val="1"/>
  <p:tag name="KSO_WM_UNIT_TEXT_FILL_FORE_SCHEMECOLOR_INDEX_BRIGHTNESS" val="0"/>
  <p:tag name="KSO_WM_UNIT_TEXT_FILL_FORE_SCHEMECOLOR_INDEX" val="5"/>
  <p:tag name="KSO_WM_UNIT_TEXT_FILL_TYPE" val="1"/>
</p:tagLst>
</file>

<file path=ppt/tags/tag747.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5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6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7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7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7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15*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1"/>
  <p:tag name="KSO_WM_UNIT_VALUE" val="14"/>
  <p:tag name="KSO_WM_UNIT_TYPE" val="a"/>
  <p:tag name="KSO_WM_UNIT_INDEX" val="1"/>
  <p:tag name="KSO_WM_UNIT_PRESET_TEXT" val="感谢观看 下次再会"/>
</p:tagLst>
</file>

<file path=ppt/tags/tag779.xml><?xml version="1.0" encoding="utf-8"?>
<p:tagLst xmlns:p="http://schemas.openxmlformats.org/presentationml/2006/main">
  <p:tag name="KSO_WM_UNIT_ISCONTENTSTITLE" val="0"/>
  <p:tag name="KSO_WM_UNIT_ISNUMDGMTITLE" val="0"/>
  <p:tag name="KSO_WM_UNIT_NOCLEAR" val="0"/>
  <p:tag name="KSO_WM_UNIT_VALUE" val="60"/>
  <p:tag name="KSO_WM_UNIT_HIGHLIGHT" val="0"/>
  <p:tag name="KSO_WM_UNIT_COMPATIBLE" val="0"/>
  <p:tag name="KSO_WM_UNIT_DIAGRAM_ISNUMVISUAL" val="0"/>
  <p:tag name="KSO_WM_UNIT_DIAGRAM_ISREFERUNIT" val="0"/>
  <p:tag name="KSO_WM_UNIT_TYPE" val="b"/>
  <p:tag name="KSO_WM_UNIT_INDEX" val="1"/>
  <p:tag name="KSO_WM_UNIT_ID" val="custom20207617_15*b*1"/>
  <p:tag name="KSO_WM_TEMPLATE_CATEGORY" val="custom"/>
  <p:tag name="KSO_WM_TEMPLATE_INDEX" val="20207617"/>
  <p:tag name="KSO_WM_UNIT_LAYERLEVEL" val="1"/>
  <p:tag name="KSO_WM_TAG_VERSION" val="1.0"/>
  <p:tag name="KSO_WM_BEAUTIFY_FLAG" val="#wm#"/>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780.xml><?xml version="1.0" encoding="utf-8"?>
<p:tagLst xmlns:p="http://schemas.openxmlformats.org/presentationml/2006/main">
  <p:tag name="KSO_WM_SLIDE_ID" val="custom20207617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7617"/>
  <p:tag name="KSO_WM_SLIDE_TYPE" val="endPage"/>
  <p:tag name="KSO_WM_SLIDE_SUBTYPE" val="pureTxt"/>
  <p:tag name="KSO_WM_SLIDE_LAYOUT" val="a_b"/>
  <p:tag name="KSO_WM_SLIDE_LAYOUT_CNT" val="1_1"/>
</p:tagLst>
</file>

<file path=ppt/tags/tag781.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153">
      <a:dk1>
        <a:sysClr val="windowText" lastClr="000000"/>
      </a:dk1>
      <a:lt1>
        <a:sysClr val="window" lastClr="FFFFFF"/>
      </a:lt1>
      <a:dk2>
        <a:srgbClr val="DE5B4D"/>
      </a:dk2>
      <a:lt2>
        <a:srgbClr val="FFFFFF"/>
      </a:lt2>
      <a:accent1>
        <a:srgbClr val="CA2A14"/>
      </a:accent1>
      <a:accent2>
        <a:srgbClr val="DF413C"/>
      </a:accent2>
      <a:accent3>
        <a:srgbClr val="DF0E25"/>
      </a:accent3>
      <a:accent4>
        <a:srgbClr val="E58450"/>
      </a:accent4>
      <a:accent5>
        <a:srgbClr val="F2B248"/>
      </a:accent5>
      <a:accent6>
        <a:srgbClr val="FFD63F"/>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10600</Words>
  <Application>WPS 演示</Application>
  <PresentationFormat>宽屏</PresentationFormat>
  <Paragraphs>520</Paragraphs>
  <Slides>48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48</vt:i4>
      </vt:variant>
    </vt:vector>
  </HeadingPairs>
  <TitlesOfParts>
    <vt:vector size="60" baseType="lpstr">
      <vt:lpstr>Arial</vt:lpstr>
      <vt:lpstr>宋体</vt:lpstr>
      <vt:lpstr>Wingdings</vt:lpstr>
      <vt:lpstr>Wingdings</vt:lpstr>
      <vt:lpstr>楷体</vt:lpstr>
      <vt:lpstr>汉仪尚巍手书W</vt:lpstr>
      <vt:lpstr>仿宋</vt:lpstr>
      <vt:lpstr>微软雅黑</vt:lpstr>
      <vt:lpstr>Segoe UI</vt:lpstr>
      <vt:lpstr>Arial Unicode MS</vt:lpstr>
      <vt:lpstr>自定义设计方案</vt:lpstr>
      <vt:lpstr>2_Office 主题​​</vt:lpstr>
      <vt:lpstr>中国共产党党史</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中国共产党党史</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18</cp:revision>
  <dcterms:created xsi:type="dcterms:W3CDTF">2026-08-27T04:07:22Z</dcterms:created>
  <dcterms:modified xsi:type="dcterms:W3CDTF">2026-08-27T04:07:22Z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