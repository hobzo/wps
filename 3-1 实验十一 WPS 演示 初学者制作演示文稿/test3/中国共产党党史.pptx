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705" r:id="rId3"/>
  </p:sldMasterIdLst>
  <p:notesMasterIdLst>
    <p:notesMasterId r:id="rId5"/>
  </p:notesMasterIdLst>
  <p:handoutMasterIdLst>
    <p:handoutMasterId r:id="rId52"/>
  </p:handoutMasterIdLst>
  <p:sldIdLst>
    <p:sldId id="257" r:id="rId4"/>
    <p:sldId id="258"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5" r:id="rId51"/>
  </p:sldIdLst>
  <p:sldSz cx="12192000" cy="6858000"/>
  <p:notesSz cx="7103745" cy="10234295"/>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7" Type="http://schemas.openxmlformats.org/officeDocument/2006/relationships/tags" Target="tags/tag408.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image" Target="../media/image4.jpeg"/><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bg bwMode="auto">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7325" y="4221163"/>
            <a:ext cx="1123950" cy="111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7" name="标题 6"/>
          <p:cNvSpPr>
            <a:spLocks noGrp="1"/>
          </p:cNvSpPr>
          <p:nvPr>
            <p:ph type="ctrTitle"/>
          </p:nvPr>
        </p:nvSpPr>
        <p:spPr>
          <a:xfrm>
            <a:off x="626431" y="2054279"/>
            <a:ext cx="10937866" cy="1446549"/>
          </a:xfrm>
          <a:noFill/>
          <a:ln>
            <a:noFill/>
          </a:ln>
        </p:spPr>
        <p:txBody>
          <a:bodyPr rtlCol="0">
            <a:noAutofit/>
            <a:scene3d>
              <a:camera prst="orthographicFront"/>
              <a:lightRig rig="threePt" dir="t">
                <a:rot lat="0" lon="0" rev="600000"/>
              </a:lightRig>
            </a:scene3d>
            <a:sp3d extrusionH="76200" contourW="12700" prstMaterial="plastic">
              <a:bevelB w="69850" h="44450"/>
              <a:extrusionClr>
                <a:srgbClr val="EACA4E"/>
              </a:extrusionClr>
              <a:contourClr>
                <a:schemeClr val="accent6">
                  <a:lumMod val="75000"/>
                </a:schemeClr>
              </a:contourClr>
            </a:sp3d>
          </a:bodyPr>
          <a:lstStyle>
            <a:lvl1pPr algn="ctr">
              <a:defRPr lang="zh-CN" altLang="en-US" sz="6600" b="1" i="0" spc="-300" dirty="0">
                <a:ln w="25400">
                  <a:noFill/>
                </a:ln>
                <a:gradFill>
                  <a:gsLst>
                    <a:gs pos="0">
                      <a:schemeClr val="accent5"/>
                    </a:gs>
                    <a:gs pos="74000">
                      <a:schemeClr val="accent5">
                        <a:lumMod val="60000"/>
                        <a:lumOff val="40000"/>
                      </a:schemeClr>
                    </a:gs>
                    <a:gs pos="83000">
                      <a:schemeClr val="accent5">
                        <a:lumMod val="75000"/>
                      </a:schemeClr>
                    </a:gs>
                    <a:gs pos="100000">
                      <a:schemeClr val="accent5"/>
                    </a:gs>
                  </a:gsLst>
                  <a:lin ang="5400000" scaled="1"/>
                </a:gradFill>
                <a:effectLst>
                  <a:outerShdw blurRad="76200" dist="38100" dir="5400000" algn="t" rotWithShape="0">
                    <a:prstClr val="black">
                      <a:alpha val="40000"/>
                    </a:prstClr>
                  </a:outerShdw>
                </a:effectLst>
                <a:latin typeface="+mj-ea"/>
                <a:ea typeface="+mj-ea"/>
                <a:cs typeface="+mn-cs"/>
              </a:defRPr>
            </a:lvl1pPr>
          </a:lstStyle>
          <a:p>
            <a:pPr lvl="0"/>
            <a:r>
              <a:rPr lang="zh-CN" altLang="en-US" noProof="1" smtClean="0"/>
              <a:t>单击此处编辑母版标题样式</a:t>
            </a:r>
            <a:endParaRPr lang="zh-CN" altLang="en-US" noProof="1"/>
          </a:p>
        </p:txBody>
      </p:sp>
      <p:sp>
        <p:nvSpPr>
          <p:cNvPr id="8" name="副标题 7"/>
          <p:cNvSpPr>
            <a:spLocks noGrp="1"/>
          </p:cNvSpPr>
          <p:nvPr>
            <p:ph type="subTitle" idx="1"/>
          </p:nvPr>
        </p:nvSpPr>
        <p:spPr>
          <a:xfrm>
            <a:off x="627380" y="3503295"/>
            <a:ext cx="10937875" cy="455295"/>
          </a:xfrm>
        </p:spPr>
        <p:txBody>
          <a:bodyPr rtlCol="0">
            <a:normAutofit/>
          </a:bodyPr>
          <a:lstStyle>
            <a:lvl1pPr marL="0" indent="0" algn="ctr">
              <a:buNone/>
              <a:defRPr lang="zh-CN" altLang="en-US" dirty="0">
                <a:solidFill>
                  <a:schemeClr val="accent5"/>
                </a:solidFill>
              </a:defRPr>
            </a:lvl1pPr>
          </a:lstStyle>
          <a:p>
            <a:pPr lvl="0"/>
            <a:r>
              <a:rPr lang="zh-CN" altLang="en-US" noProof="1"/>
              <a:t>单击此处编辑母版副标题样式</a:t>
            </a:r>
            <a:endParaRPr lang="zh-CN" altLang="en-US" noProof="1"/>
          </a:p>
        </p:txBody>
      </p:sp>
      <p:sp>
        <p:nvSpPr>
          <p:cNvPr id="6" name="日期占位符 3"/>
          <p:cNvSpPr>
            <a:spLocks noGrp="1"/>
          </p:cNvSpPr>
          <p:nvPr>
            <p:ph type="dt" sz="half" idx="10"/>
          </p:nvPr>
        </p:nvSpPr>
        <p:spPr/>
        <p:txBody>
          <a:bodyPr/>
          <a:lstStyle>
            <a:lvl1pPr>
              <a:defRPr/>
            </a:lvl1pPr>
          </a:lstStyle>
          <a:p>
            <a:fld id="{760FBDFE-C587-4B4C-A407-44438C67B59E}" type="datetimeFigureOut">
              <a:rPr lang="zh-CN" altLang="en-US" smtClean="0"/>
            </a:fld>
            <a:endParaRPr lang="zh-CN" altLang="en-US"/>
          </a:p>
        </p:txBody>
      </p:sp>
      <p:sp>
        <p:nvSpPr>
          <p:cNvPr id="9" name="页脚占位符 4"/>
          <p:cNvSpPr>
            <a:spLocks noGrp="1"/>
          </p:cNvSpPr>
          <p:nvPr>
            <p:ph type="ftr" sz="quarter" idx="11"/>
          </p:nvPr>
        </p:nvSpPr>
        <p:spPr/>
        <p:txBody>
          <a:bodyPr/>
          <a:lstStyle>
            <a:lvl1pPr>
              <a:defRPr/>
            </a:lvl1pPr>
          </a:lstStyle>
          <a:p>
            <a:endParaRPr lang="zh-CN" altLang="en-US" dirty="0"/>
          </a:p>
        </p:txBody>
      </p:sp>
      <p:sp>
        <p:nvSpPr>
          <p:cNvPr id="10" name="灯片编号占位符 5"/>
          <p:cNvSpPr>
            <a:spLocks noGrp="1"/>
          </p:cNvSpPr>
          <p:nvPr>
            <p:ph type="sldNum" sz="quarter" idx="12"/>
          </p:nvPr>
        </p:nvSpPr>
        <p:spPr/>
        <p:txBody>
          <a:bodyPr/>
          <a:lstStyle>
            <a:lvl1pPr>
              <a:defRPr/>
            </a:lvl1pPr>
          </a:lstStyle>
          <a:p>
            <a:fld id="{49AE70B2-8BF9-45C0-BB95-33D1B9D3A854}"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40715" y="1462405"/>
            <a:ext cx="10515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标题 10"/>
          <p:cNvSpPr>
            <a:spLocks noGrp="1"/>
          </p:cNvSpPr>
          <p:nvPr>
            <p:ph type="title"/>
          </p:nvPr>
        </p:nvSpPr>
        <p:spPr>
          <a:xfrm>
            <a:off x="640927" y="509906"/>
            <a:ext cx="7382933" cy="584836"/>
          </a:xfrm>
        </p:spPr>
        <p:txBody>
          <a:bodyPr>
            <a:normAutofit/>
          </a:bodyPr>
          <a:lstStyle>
            <a:lvl1pPr>
              <a:defRPr sz="3200" b="1">
                <a:solidFill>
                  <a:schemeClr val="accent1"/>
                </a:solidFill>
              </a:defRPr>
            </a:lvl1pPr>
          </a:lstStyle>
          <a:p>
            <a:r>
              <a:rPr lang="zh-CN" altLang="en-US" noProof="1" smtClean="0"/>
              <a:t>单击此处编辑母版标题样式</a:t>
            </a:r>
            <a:endParaRPr lang="zh-CN" altLang="en-US" noProof="1"/>
          </a:p>
        </p:txBody>
      </p:sp>
      <p:sp>
        <p:nvSpPr>
          <p:cNvPr id="4" name="日期占位符 3"/>
          <p:cNvSpPr>
            <a:spLocks noGrp="1"/>
          </p:cNvSpPr>
          <p:nvPr>
            <p:ph type="dt" sz="half" idx="10"/>
          </p:nvPr>
        </p:nvSpPr>
        <p:spPr/>
        <p:txBody>
          <a:bodyPr/>
          <a:lstStyle>
            <a:lvl1pPr>
              <a:defRPr smtClean="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smtClean="0"/>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目录">
    <p:bg bwMode="auto">
      <p:bgPr>
        <a:solidFill>
          <a:schemeClr val="bg1"/>
        </a:solidFill>
        <a:effectLst/>
      </p:bgPr>
    </p:bg>
    <p:spTree>
      <p:nvGrpSpPr>
        <p:cNvPr id="1" name=""/>
        <p:cNvGrpSpPr/>
        <p:nvPr/>
      </p:nvGrpSpPr>
      <p:grpSpPr>
        <a:xfrm>
          <a:off x="0" y="0"/>
          <a:ext cx="0" cy="0"/>
          <a:chOff x="0" y="0"/>
          <a:chExt cx="0" cy="0"/>
        </a:xfrm>
      </p:grpSpPr>
      <p:pic>
        <p:nvPicPr>
          <p:cNvPr id="2" name="图片 23"/>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日期占位符 3"/>
          <p:cNvSpPr>
            <a:spLocks noGrp="1"/>
          </p:cNvSpPr>
          <p:nvPr>
            <p:ph type="dt" sz="half" idx="10"/>
          </p:nvPr>
        </p:nvSpPr>
        <p:spPr/>
        <p:txBody>
          <a:bodyPr/>
          <a:lstStyle>
            <a:lvl1pPr>
              <a:defRPr/>
            </a:lvl1pPr>
          </a:lstStyle>
          <a:p>
            <a:pPr>
              <a:defRPr/>
            </a:pPr>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E2DB5917-E824-4DBF-B344-9EB16D71D929}" type="slidenum">
              <a:rPr lang="zh-CN" altLang="en-US"/>
            </a:fld>
            <a:endParaRPr lang="zh-CN" altLang="en-US"/>
          </a:p>
        </p:txBody>
      </p:sp>
    </p:spTree>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572102"/>
            <a:ext cx="5181600" cy="4351338"/>
          </a:xfrm>
        </p:spPr>
        <p:txBody>
          <a:bodyPr>
            <a:normAutofit/>
          </a:bodyPr>
          <a:lstStyle>
            <a:lvl1pPr>
              <a:defRPr sz="2400"/>
            </a:lvl1pPr>
            <a:lvl2pPr>
              <a:defRPr sz="1800"/>
            </a:lvl2pPr>
            <a:lvl3pPr>
              <a:defRPr sz="1800"/>
            </a:lvl3pPr>
            <a:lvl4pPr>
              <a:defRPr sz="1800"/>
            </a:lvl4pPr>
            <a:lvl5pPr>
              <a:defRPr sz="1800"/>
            </a:lvl5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44260" y="1572102"/>
            <a:ext cx="5181600" cy="4351338"/>
          </a:xfrm>
        </p:spPr>
        <p:txBody>
          <a:bodyPr>
            <a:normAutofit/>
          </a:bodyPr>
          <a:lstStyle>
            <a:lvl1pPr>
              <a:defRPr sz="2400"/>
            </a:lvl1pPr>
            <a:lvl2pPr>
              <a:defRPr sz="1800"/>
            </a:lvl2pPr>
            <a:lvl3pPr>
              <a:defRPr sz="1800"/>
            </a:lvl3pPr>
            <a:lvl4pPr>
              <a:defRPr sz="1800"/>
            </a:lvl4pPr>
            <a:lvl5pPr>
              <a:defRPr sz="18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标题 10"/>
          <p:cNvSpPr>
            <a:spLocks noGrp="1"/>
          </p:cNvSpPr>
          <p:nvPr>
            <p:ph type="title"/>
          </p:nvPr>
        </p:nvSpPr>
        <p:spPr>
          <a:xfrm>
            <a:off x="640927" y="509906"/>
            <a:ext cx="7382933" cy="584836"/>
          </a:xfrm>
        </p:spPr>
        <p:txBody>
          <a:bodyPr>
            <a:normAutofit/>
          </a:bodyPr>
          <a:lstStyle>
            <a:lvl1pPr>
              <a:defRPr sz="3200" b="1">
                <a:solidFill>
                  <a:schemeClr val="accent1"/>
                </a:solidFill>
              </a:defRPr>
            </a:lvl1pPr>
          </a:lstStyle>
          <a:p>
            <a:r>
              <a:rPr lang="zh-CN" altLang="en-US" noProof="1" smtClean="0"/>
              <a:t>单击此处编辑母版标题样式</a:t>
            </a:r>
            <a:endParaRPr lang="zh-CN" altLang="en-US" noProof="1"/>
          </a:p>
        </p:txBody>
      </p:sp>
      <p:sp>
        <p:nvSpPr>
          <p:cNvPr id="5" name="日期占位符 3"/>
          <p:cNvSpPr>
            <a:spLocks noGrp="1"/>
          </p:cNvSpPr>
          <p:nvPr>
            <p:ph type="dt" sz="half" idx="10"/>
          </p:nvPr>
        </p:nvSpPr>
        <p:spPr/>
        <p:txBody>
          <a:bodyPr/>
          <a:lstStyle>
            <a:lvl1pPr>
              <a:defRPr/>
            </a:lvl1pPr>
          </a:lstStyle>
          <a:p>
            <a:fld id="{760FBDFE-C587-4B4C-A407-44438C67B59E}" type="datetimeFigureOut">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图片与文字">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矩形 6"/>
          <p:cNvSpPr/>
          <p:nvPr>
            <p:custDataLst>
              <p:tags r:id="rId3"/>
            </p:custDataLst>
          </p:nvPr>
        </p:nvSpPr>
        <p:spPr>
          <a:xfrm>
            <a:off x="2711450" y="1700213"/>
            <a:ext cx="8856663" cy="3889375"/>
          </a:xfrm>
          <a:prstGeom prst="rect">
            <a:avLst/>
          </a:prstGeom>
          <a:noFill/>
          <a:ln w="9525">
            <a:solidFill>
              <a:schemeClr val="accent1"/>
            </a:solidFill>
          </a:ln>
          <a:effectLst>
            <a:outerShdw blurRad="279400" dist="266700" dir="7800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solidFill>
                <a:schemeClr val="bg1"/>
              </a:solidFill>
              <a:latin typeface="黑体" panose="02010609060101010101" pitchFamily="49" charset="-122"/>
              <a:ea typeface="黑体" panose="02010609060101010101" pitchFamily="49" charset="-122"/>
              <a:cs typeface="+mn-ea"/>
              <a:sym typeface="+mn-lt"/>
            </a:endParaRPr>
          </a:p>
        </p:txBody>
      </p:sp>
      <p:sp>
        <p:nvSpPr>
          <p:cNvPr id="18" name="图片占位符 17"/>
          <p:cNvSpPr>
            <a:spLocks noGrp="1"/>
          </p:cNvSpPr>
          <p:nvPr>
            <p:ph type="pic" sz="quarter" idx="14"/>
          </p:nvPr>
        </p:nvSpPr>
        <p:spPr>
          <a:xfrm>
            <a:off x="8610600" y="959377"/>
            <a:ext cx="3395663" cy="2201863"/>
          </a:xfrm>
        </p:spPr>
        <p:txBody>
          <a:bodyPr/>
          <a:lstStyle/>
          <a:p>
            <a:pPr lvl="0"/>
            <a:endParaRPr lang="zh-CN" altLang="en-US" noProof="1"/>
          </a:p>
        </p:txBody>
      </p:sp>
      <p:sp>
        <p:nvSpPr>
          <p:cNvPr id="16" name="图片占位符 15"/>
          <p:cNvSpPr>
            <a:spLocks noGrp="1"/>
          </p:cNvSpPr>
          <p:nvPr>
            <p:ph type="pic" sz="quarter" idx="13"/>
          </p:nvPr>
        </p:nvSpPr>
        <p:spPr>
          <a:xfrm>
            <a:off x="435690" y="3140916"/>
            <a:ext cx="3395270" cy="2210640"/>
          </a:xfrm>
        </p:spPr>
        <p:txBody>
          <a:bodyPr/>
          <a:lstStyle/>
          <a:p>
            <a:pPr lvl="0"/>
            <a:endParaRPr lang="zh-CN" altLang="en-US" noProof="1"/>
          </a:p>
        </p:txBody>
      </p:sp>
      <p:sp>
        <p:nvSpPr>
          <p:cNvPr id="20" name="文本占位符 19"/>
          <p:cNvSpPr>
            <a:spLocks noGrp="1"/>
          </p:cNvSpPr>
          <p:nvPr>
            <p:ph type="body" sz="quarter" idx="15"/>
          </p:nvPr>
        </p:nvSpPr>
        <p:spPr>
          <a:xfrm>
            <a:off x="3986213" y="2030931"/>
            <a:ext cx="4340225" cy="3465094"/>
          </a:xfrm>
        </p:spPr>
        <p:txBody>
          <a:bodyPr>
            <a:normAutofit/>
          </a:bodyPr>
          <a:lstStyle>
            <a:lvl1pPr marL="0" indent="0">
              <a:buNone/>
              <a:defRPr sz="1400">
                <a:solidFill>
                  <a:schemeClr val="tx1">
                    <a:lumMod val="75000"/>
                    <a:lumOff val="25000"/>
                  </a:schemeClr>
                </a:solidFill>
                <a:latin typeface="黑体" panose="02010609060101010101" pitchFamily="49" charset="-122"/>
                <a:ea typeface="黑体" panose="02010609060101010101" pitchFamily="49" charset="-122"/>
              </a:defRPr>
            </a:lvl1pPr>
          </a:lstStyle>
          <a:p>
            <a:pPr lvl="0"/>
            <a:endParaRPr lang="zh-CN" altLang="en-US" noProof="1"/>
          </a:p>
        </p:txBody>
      </p:sp>
      <p:sp>
        <p:nvSpPr>
          <p:cNvPr id="22" name="文本占位符 21"/>
          <p:cNvSpPr>
            <a:spLocks noGrp="1"/>
          </p:cNvSpPr>
          <p:nvPr>
            <p:ph type="body" sz="quarter" idx="16"/>
          </p:nvPr>
        </p:nvSpPr>
        <p:spPr>
          <a:xfrm>
            <a:off x="8610600" y="3594961"/>
            <a:ext cx="2852738" cy="1843814"/>
          </a:xfrm>
        </p:spPr>
        <p:txBody>
          <a:bodyPr>
            <a:normAutofit/>
          </a:bodyPr>
          <a:lstStyle>
            <a:lvl1pPr marL="0" indent="0">
              <a:buNone/>
              <a:defRPr sz="1400" b="0">
                <a:solidFill>
                  <a:schemeClr val="tx1">
                    <a:lumMod val="75000"/>
                    <a:lumOff val="25000"/>
                  </a:schemeClr>
                </a:solidFill>
                <a:latin typeface="黑体" panose="02010609060101010101" pitchFamily="49" charset="-122"/>
                <a:ea typeface="黑体" panose="02010609060101010101" pitchFamily="49" charset="-122"/>
              </a:defRPr>
            </a:lvl1pPr>
          </a:lstStyle>
          <a:p>
            <a:pPr lvl="0"/>
            <a:r>
              <a:rPr lang="zh-CN" altLang="en-US" noProof="1" smtClean="0"/>
              <a:t>单击此处编辑母版文本样式</a:t>
            </a:r>
            <a:endParaRPr lang="zh-CN" altLang="en-US" noProof="1" smtClean="0"/>
          </a:p>
        </p:txBody>
      </p:sp>
      <p:sp>
        <p:nvSpPr>
          <p:cNvPr id="14" name="标题 10"/>
          <p:cNvSpPr>
            <a:spLocks noGrp="1"/>
          </p:cNvSpPr>
          <p:nvPr>
            <p:ph type="title"/>
          </p:nvPr>
        </p:nvSpPr>
        <p:spPr>
          <a:xfrm>
            <a:off x="640927" y="509906"/>
            <a:ext cx="7382933" cy="584836"/>
          </a:xfrm>
        </p:spPr>
        <p:txBody>
          <a:bodyPr>
            <a:normAutofit/>
          </a:bodyPr>
          <a:lstStyle>
            <a:lvl1pPr>
              <a:defRPr sz="3200" b="1">
                <a:solidFill>
                  <a:schemeClr val="accent1"/>
                </a:solidFill>
              </a:defRPr>
            </a:lvl1pPr>
          </a:lstStyle>
          <a:p>
            <a:r>
              <a:rPr lang="zh-CN" altLang="en-US" noProof="1" smtClean="0"/>
              <a:t>单击此处编辑母版标题样式</a:t>
            </a:r>
            <a:endParaRPr lang="zh-CN" altLang="en-US" noProof="1"/>
          </a:p>
        </p:txBody>
      </p:sp>
      <p:sp>
        <p:nvSpPr>
          <p:cNvPr id="8" name="日期占位符 1"/>
          <p:cNvSpPr>
            <a:spLocks noGrp="1"/>
          </p:cNvSpPr>
          <p:nvPr>
            <p:ph type="dt" sz="half" idx="17"/>
          </p:nvPr>
        </p:nvSpPr>
        <p:spPr/>
        <p:txBody>
          <a:bodyPr/>
          <a:lstStyle>
            <a:lvl1pPr>
              <a:defRPr/>
            </a:lvl1pPr>
          </a:lstStyle>
          <a:p>
            <a:pPr>
              <a:defRPr/>
            </a:pPr>
            <a:endParaRPr lang="zh-CN" altLang="en-US"/>
          </a:p>
        </p:txBody>
      </p:sp>
      <p:sp>
        <p:nvSpPr>
          <p:cNvPr id="9" name="页脚占位符 2"/>
          <p:cNvSpPr>
            <a:spLocks noGrp="1"/>
          </p:cNvSpPr>
          <p:nvPr>
            <p:ph type="ftr" sz="quarter" idx="18"/>
          </p:nvPr>
        </p:nvSpPr>
        <p:spPr/>
        <p:txBody>
          <a:bodyPr/>
          <a:lstStyle>
            <a:lvl1pPr>
              <a:defRPr/>
            </a:lvl1pPr>
          </a:lstStyle>
          <a:p>
            <a:pPr>
              <a:defRPr/>
            </a:pPr>
            <a:endParaRPr lang="zh-CN" altLang="en-US"/>
          </a:p>
        </p:txBody>
      </p:sp>
      <p:sp>
        <p:nvSpPr>
          <p:cNvPr id="10" name="灯片编号占位符 3"/>
          <p:cNvSpPr>
            <a:spLocks noGrp="1"/>
          </p:cNvSpPr>
          <p:nvPr>
            <p:ph type="sldNum" sz="quarter" idx="19"/>
          </p:nvPr>
        </p:nvSpPr>
        <p:spPr/>
        <p:txBody>
          <a:bodyPr/>
          <a:lstStyle>
            <a:lvl1pPr>
              <a:defRPr/>
            </a:lvl1pPr>
          </a:lstStyle>
          <a:p>
            <a:pPr>
              <a:defRPr/>
            </a:pPr>
            <a:fld id="{71EF14B0-B912-4BAC-883B-3A354CA0A6C1}" type="slidenum">
              <a:rPr lang="zh-CN" altLang="en-US"/>
            </a:fld>
            <a:endParaRPr lang="zh-CN" altLang="en-US"/>
          </a:p>
        </p:txBody>
      </p:sp>
    </p:spTree>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a:p>
        </p:txBody>
      </p:sp>
      <p:sp>
        <p:nvSpPr>
          <p:cNvPr id="4" name="内容占位符 3"/>
          <p:cNvSpPr>
            <a:spLocks noGrp="1"/>
          </p:cNvSpPr>
          <p:nvPr>
            <p:ph sz="half" idx="2"/>
          </p:nvPr>
        </p:nvSpPr>
        <p:spPr>
          <a:xfrm>
            <a:off x="839788" y="2615609"/>
            <a:ext cx="5157787" cy="3574054"/>
          </a:xfrm>
        </p:spPr>
        <p:txBody>
          <a:bodyPr>
            <a:normAutofit/>
          </a:bodyPr>
          <a:lstStyle>
            <a:lvl1pPr>
              <a:defRPr sz="2000"/>
            </a:lvl1pPr>
            <a:lvl2pPr>
              <a:defRPr sz="1800"/>
            </a:lvl2pPr>
            <a:lvl3pPr>
              <a:defRPr sz="1800"/>
            </a:lvl3pPr>
            <a:lvl4pPr>
              <a:defRPr sz="1800"/>
            </a:lvl4pPr>
            <a:lvl5pPr>
              <a:defRPr sz="18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615609"/>
            <a:ext cx="5183188" cy="3574054"/>
          </a:xfrm>
        </p:spPr>
        <p:txBody>
          <a:bodyPr>
            <a:normAutofit/>
          </a:bodyPr>
          <a:lstStyle>
            <a:lvl1pPr>
              <a:defRPr sz="2000"/>
            </a:lvl1pPr>
            <a:lvl2pPr>
              <a:defRPr sz="1800"/>
            </a:lvl2pPr>
            <a:lvl3pPr>
              <a:defRPr sz="1800"/>
            </a:lvl3pPr>
            <a:lvl4pPr>
              <a:defRPr sz="1800"/>
            </a:lvl4pPr>
            <a:lvl5pPr>
              <a:defRPr sz="18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标题 10"/>
          <p:cNvSpPr>
            <a:spLocks noGrp="1"/>
          </p:cNvSpPr>
          <p:nvPr>
            <p:ph type="title"/>
          </p:nvPr>
        </p:nvSpPr>
        <p:spPr>
          <a:xfrm>
            <a:off x="640927" y="509906"/>
            <a:ext cx="7382933" cy="584836"/>
          </a:xfrm>
        </p:spPr>
        <p:txBody>
          <a:bodyPr>
            <a:normAutofit/>
          </a:bodyPr>
          <a:lstStyle>
            <a:lvl1pPr>
              <a:defRPr sz="3200" b="1">
                <a:solidFill>
                  <a:schemeClr val="accent1"/>
                </a:solidFill>
              </a:defRPr>
            </a:lvl1pPr>
          </a:lstStyle>
          <a:p>
            <a:r>
              <a:rPr lang="zh-CN" altLang="en-US" noProof="1" smtClean="0"/>
              <a:t>单击此处编辑母版标题样式</a:t>
            </a:r>
            <a:endParaRPr lang="zh-CN" altLang="en-US" noProof="1"/>
          </a:p>
        </p:txBody>
      </p:sp>
      <p:sp>
        <p:nvSpPr>
          <p:cNvPr id="7" name="日期占位符 3"/>
          <p:cNvSpPr>
            <a:spLocks noGrp="1"/>
          </p:cNvSpPr>
          <p:nvPr>
            <p:ph type="dt" sz="half" idx="10"/>
          </p:nvPr>
        </p:nvSpPr>
        <p:spPr/>
        <p:txBody>
          <a:bodyPr/>
          <a:lstStyle>
            <a:lvl1pPr>
              <a:defRPr/>
            </a:lvl1pPr>
          </a:lstStyle>
          <a:p>
            <a:fld id="{760FBDFE-C587-4B4C-A407-44438C67B59E}" type="datetimeFigureOut">
              <a:rPr lang="zh-CN" altLang="en-US" smtClean="0"/>
            </a:fld>
            <a:endParaRPr lang="zh-CN" altLang="en-US"/>
          </a:p>
        </p:txBody>
      </p:sp>
      <p:sp>
        <p:nvSpPr>
          <p:cNvPr id="8" name="页脚占位符 4"/>
          <p:cNvSpPr>
            <a:spLocks noGrp="1"/>
          </p:cNvSpPr>
          <p:nvPr>
            <p:ph type="ftr" sz="quarter" idx="11"/>
          </p:nvPr>
        </p:nvSpPr>
        <p:spPr/>
        <p:txBody>
          <a:bodyPr/>
          <a:lstStyle>
            <a:lvl1pPr>
              <a:defRPr/>
            </a:lvl1pPr>
          </a:lstStyle>
          <a:p>
            <a:endParaRPr lang="zh-CN" altLang="en-US"/>
          </a:p>
        </p:txBody>
      </p:sp>
      <p:sp>
        <p:nvSpPr>
          <p:cNvPr id="9" name="灯片编号占位符 5"/>
          <p:cNvSpPr>
            <a:spLocks noGrp="1"/>
          </p:cNvSpPr>
          <p:nvPr>
            <p:ph type="sldNum" sz="quarter" idx="12"/>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纵轴中段">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10" name="组合 7"/>
          <p:cNvGrpSpPr/>
          <p:nvPr/>
        </p:nvGrpSpPr>
        <p:grpSpPr bwMode="auto">
          <a:xfrm>
            <a:off x="5851525" y="3175"/>
            <a:ext cx="96838" cy="6854825"/>
            <a:chOff x="4514304" y="1627801"/>
            <a:chExt cx="93134" cy="5181983"/>
          </a:xfrm>
        </p:grpSpPr>
        <p:cxnSp>
          <p:nvCxnSpPr>
            <p:cNvPr id="11" name="直接连接符 10"/>
            <p:cNvCxnSpPr/>
            <p:nvPr>
              <p:custDataLst>
                <p:tags r:id="rId3"/>
              </p:custDataLst>
            </p:nvPr>
          </p:nvCxnSpPr>
          <p:spPr>
            <a:xfrm>
              <a:off x="4514304" y="1627801"/>
              <a:ext cx="0" cy="51819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4"/>
              </p:custDataLst>
            </p:nvPr>
          </p:nvCxnSpPr>
          <p:spPr>
            <a:xfrm flipH="1">
              <a:off x="4607438" y="1627801"/>
              <a:ext cx="0" cy="518198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组合 14"/>
          <p:cNvGrpSpPr/>
          <p:nvPr/>
        </p:nvGrpSpPr>
        <p:grpSpPr bwMode="auto">
          <a:xfrm>
            <a:off x="5840413" y="2571750"/>
            <a:ext cx="868362" cy="331788"/>
            <a:chOff x="9216" y="6091"/>
            <a:chExt cx="1364" cy="521"/>
          </a:xfrm>
        </p:grpSpPr>
        <p:sp>
          <p:nvSpPr>
            <p:cNvPr id="14" name="任意多边形 13"/>
            <p:cNvSpPr/>
            <p:nvPr>
              <p:custDataLst>
                <p:tags r:id="rId5"/>
              </p:custDataLst>
            </p:nvPr>
          </p:nvSpPr>
          <p:spPr>
            <a:xfrm rot="16200000">
              <a:off x="9322" y="6007"/>
              <a:ext cx="446" cy="673"/>
            </a:xfrm>
            <a:custGeom>
              <a:avLst/>
              <a:gdLst>
                <a:gd name="connsiteX0" fmla="*/ 0 w 423836"/>
                <a:gd name="connsiteY0" fmla="*/ 0 h 436034"/>
                <a:gd name="connsiteX1" fmla="*/ 423836 w 423836"/>
                <a:gd name="connsiteY1" fmla="*/ 0 h 436034"/>
                <a:gd name="connsiteX2" fmla="*/ 411707 w 423836"/>
                <a:gd name="connsiteY2" fmla="*/ 17342 h 436034"/>
                <a:gd name="connsiteX3" fmla="*/ 211918 w 423836"/>
                <a:gd name="connsiteY3" fmla="*/ 436034 h 436034"/>
                <a:gd name="connsiteX4" fmla="*/ 12129 w 423836"/>
                <a:gd name="connsiteY4" fmla="*/ 17342 h 436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836" h="436034">
                  <a:moveTo>
                    <a:pt x="0" y="0"/>
                  </a:moveTo>
                  <a:lnTo>
                    <a:pt x="423836" y="0"/>
                  </a:lnTo>
                  <a:lnTo>
                    <a:pt x="411707" y="17342"/>
                  </a:lnTo>
                  <a:cubicBezTo>
                    <a:pt x="332943" y="144741"/>
                    <a:pt x="266347" y="284306"/>
                    <a:pt x="211918" y="436034"/>
                  </a:cubicBezTo>
                  <a:cubicBezTo>
                    <a:pt x="157490" y="284306"/>
                    <a:pt x="90893" y="144741"/>
                    <a:pt x="12129" y="1734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2800"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grpSp>
          <p:nvGrpSpPr>
            <p:cNvPr id="15" name="组合 16"/>
            <p:cNvGrpSpPr/>
            <p:nvPr/>
          </p:nvGrpSpPr>
          <p:grpSpPr bwMode="auto">
            <a:xfrm>
              <a:off x="10059" y="6091"/>
              <a:ext cx="521" cy="521"/>
              <a:chOff x="6931534" y="3496733"/>
              <a:chExt cx="287867" cy="287867"/>
            </a:xfrm>
          </p:grpSpPr>
          <p:sp>
            <p:nvSpPr>
              <p:cNvPr id="16" name="同心圆 15"/>
              <p:cNvSpPr/>
              <p:nvPr>
                <p:custDataLst>
                  <p:tags r:id="rId6"/>
                </p:custDataLst>
              </p:nvPr>
            </p:nvSpPr>
            <p:spPr>
              <a:xfrm>
                <a:off x="6931445" y="3496733"/>
                <a:ext cx="287956" cy="287867"/>
              </a:xfrm>
              <a:prstGeom prst="donut">
                <a:avLst>
                  <a:gd name="adj" fmla="val 13118"/>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400"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sp>
            <p:nvSpPr>
              <p:cNvPr id="17" name="椭圆 16"/>
              <p:cNvSpPr/>
              <p:nvPr>
                <p:custDataLst>
                  <p:tags r:id="rId7"/>
                </p:custDataLst>
              </p:nvPr>
            </p:nvSpPr>
            <p:spPr>
              <a:xfrm>
                <a:off x="6998956" y="3564224"/>
                <a:ext cx="152934" cy="15288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defRPr/>
                </a:pPr>
                <a:endParaRPr lang="zh-CN" altLang="en-US" sz="800"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grpSp>
      </p:grpSp>
      <p:grpSp>
        <p:nvGrpSpPr>
          <p:cNvPr id="18" name="组合 21"/>
          <p:cNvGrpSpPr/>
          <p:nvPr/>
        </p:nvGrpSpPr>
        <p:grpSpPr bwMode="auto">
          <a:xfrm>
            <a:off x="5076825" y="960438"/>
            <a:ext cx="892175" cy="330200"/>
            <a:chOff x="7961" y="3557"/>
            <a:chExt cx="1406" cy="521"/>
          </a:xfrm>
        </p:grpSpPr>
        <p:sp>
          <p:nvSpPr>
            <p:cNvPr id="19" name="任意多边形 18"/>
            <p:cNvSpPr/>
            <p:nvPr>
              <p:custDataLst>
                <p:tags r:id="rId8"/>
              </p:custDataLst>
            </p:nvPr>
          </p:nvSpPr>
          <p:spPr>
            <a:xfrm rot="5400000" flipH="1">
              <a:off x="8800" y="3471"/>
              <a:ext cx="443" cy="675"/>
            </a:xfrm>
            <a:custGeom>
              <a:avLst/>
              <a:gdLst>
                <a:gd name="connsiteX0" fmla="*/ 0 w 423836"/>
                <a:gd name="connsiteY0" fmla="*/ 0 h 436034"/>
                <a:gd name="connsiteX1" fmla="*/ 423836 w 423836"/>
                <a:gd name="connsiteY1" fmla="*/ 0 h 436034"/>
                <a:gd name="connsiteX2" fmla="*/ 411707 w 423836"/>
                <a:gd name="connsiteY2" fmla="*/ 17342 h 436034"/>
                <a:gd name="connsiteX3" fmla="*/ 211918 w 423836"/>
                <a:gd name="connsiteY3" fmla="*/ 436034 h 436034"/>
                <a:gd name="connsiteX4" fmla="*/ 12129 w 423836"/>
                <a:gd name="connsiteY4" fmla="*/ 17342 h 436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836" h="436034">
                  <a:moveTo>
                    <a:pt x="0" y="0"/>
                  </a:moveTo>
                  <a:lnTo>
                    <a:pt x="423836" y="0"/>
                  </a:lnTo>
                  <a:lnTo>
                    <a:pt x="411707" y="17342"/>
                  </a:lnTo>
                  <a:cubicBezTo>
                    <a:pt x="332943" y="144741"/>
                    <a:pt x="266347" y="284306"/>
                    <a:pt x="211918" y="436034"/>
                  </a:cubicBezTo>
                  <a:cubicBezTo>
                    <a:pt x="157490" y="284306"/>
                    <a:pt x="90893" y="144741"/>
                    <a:pt x="12129" y="1734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2800"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grpSp>
          <p:nvGrpSpPr>
            <p:cNvPr id="20" name="组合 23"/>
            <p:cNvGrpSpPr/>
            <p:nvPr/>
          </p:nvGrpSpPr>
          <p:grpSpPr bwMode="auto">
            <a:xfrm>
              <a:off x="7961" y="3557"/>
              <a:ext cx="521" cy="521"/>
              <a:chOff x="6931534" y="3496733"/>
              <a:chExt cx="287867" cy="287867"/>
            </a:xfrm>
          </p:grpSpPr>
          <p:sp>
            <p:nvSpPr>
              <p:cNvPr id="21" name="同心圆 20"/>
              <p:cNvSpPr/>
              <p:nvPr>
                <p:custDataLst>
                  <p:tags r:id="rId9"/>
                </p:custDataLst>
              </p:nvPr>
            </p:nvSpPr>
            <p:spPr>
              <a:xfrm>
                <a:off x="6931534" y="3496733"/>
                <a:ext cx="287519" cy="287867"/>
              </a:xfrm>
              <a:prstGeom prst="donut">
                <a:avLst>
                  <a:gd name="adj" fmla="val 13118"/>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400"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sp>
            <p:nvSpPr>
              <p:cNvPr id="22" name="椭圆 21"/>
              <p:cNvSpPr/>
              <p:nvPr>
                <p:custDataLst>
                  <p:tags r:id="rId10"/>
                </p:custDataLst>
              </p:nvPr>
            </p:nvSpPr>
            <p:spPr>
              <a:xfrm>
                <a:off x="6999267" y="3564547"/>
                <a:ext cx="152053" cy="15223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defRPr/>
                </a:pPr>
                <a:endParaRPr lang="zh-CN" altLang="en-US" sz="800"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grpSp>
      </p:grpSp>
      <p:grpSp>
        <p:nvGrpSpPr>
          <p:cNvPr id="23" name="组合 28"/>
          <p:cNvGrpSpPr/>
          <p:nvPr/>
        </p:nvGrpSpPr>
        <p:grpSpPr bwMode="auto">
          <a:xfrm>
            <a:off x="5083175" y="4240213"/>
            <a:ext cx="874713" cy="331787"/>
            <a:chOff x="7978" y="8703"/>
            <a:chExt cx="1406" cy="521"/>
          </a:xfrm>
        </p:grpSpPr>
        <p:sp>
          <p:nvSpPr>
            <p:cNvPr id="24" name="任意多边形 23"/>
            <p:cNvSpPr/>
            <p:nvPr>
              <p:custDataLst>
                <p:tags r:id="rId11"/>
              </p:custDataLst>
            </p:nvPr>
          </p:nvSpPr>
          <p:spPr>
            <a:xfrm rot="5400000" flipH="1">
              <a:off x="8824" y="8624"/>
              <a:ext cx="444" cy="676"/>
            </a:xfrm>
            <a:custGeom>
              <a:avLst/>
              <a:gdLst>
                <a:gd name="connsiteX0" fmla="*/ 0 w 423836"/>
                <a:gd name="connsiteY0" fmla="*/ 0 h 436034"/>
                <a:gd name="connsiteX1" fmla="*/ 423836 w 423836"/>
                <a:gd name="connsiteY1" fmla="*/ 0 h 436034"/>
                <a:gd name="connsiteX2" fmla="*/ 411707 w 423836"/>
                <a:gd name="connsiteY2" fmla="*/ 17342 h 436034"/>
                <a:gd name="connsiteX3" fmla="*/ 211918 w 423836"/>
                <a:gd name="connsiteY3" fmla="*/ 436034 h 436034"/>
                <a:gd name="connsiteX4" fmla="*/ 12129 w 423836"/>
                <a:gd name="connsiteY4" fmla="*/ 17342 h 436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836" h="436034">
                  <a:moveTo>
                    <a:pt x="0" y="0"/>
                  </a:moveTo>
                  <a:lnTo>
                    <a:pt x="423836" y="0"/>
                  </a:lnTo>
                  <a:lnTo>
                    <a:pt x="411707" y="17342"/>
                  </a:lnTo>
                  <a:cubicBezTo>
                    <a:pt x="332943" y="144741"/>
                    <a:pt x="266347" y="284306"/>
                    <a:pt x="211918" y="436034"/>
                  </a:cubicBezTo>
                  <a:cubicBezTo>
                    <a:pt x="157490" y="284306"/>
                    <a:pt x="90893" y="144741"/>
                    <a:pt x="12129" y="1734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2800"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grpSp>
          <p:nvGrpSpPr>
            <p:cNvPr id="25" name="组合 30"/>
            <p:cNvGrpSpPr/>
            <p:nvPr/>
          </p:nvGrpSpPr>
          <p:grpSpPr bwMode="auto">
            <a:xfrm>
              <a:off x="7978" y="8703"/>
              <a:ext cx="521" cy="521"/>
              <a:chOff x="6931534" y="3496733"/>
              <a:chExt cx="287867" cy="287867"/>
            </a:xfrm>
          </p:grpSpPr>
          <p:sp>
            <p:nvSpPr>
              <p:cNvPr id="26" name="同心圆 25"/>
              <p:cNvSpPr/>
              <p:nvPr>
                <p:custDataLst>
                  <p:tags r:id="rId12"/>
                </p:custDataLst>
              </p:nvPr>
            </p:nvSpPr>
            <p:spPr>
              <a:xfrm>
                <a:off x="6931534" y="3496733"/>
                <a:ext cx="287619" cy="287867"/>
              </a:xfrm>
              <a:prstGeom prst="donut">
                <a:avLst>
                  <a:gd name="adj" fmla="val 13118"/>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400"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sp>
            <p:nvSpPr>
              <p:cNvPr id="27" name="椭圆 26"/>
              <p:cNvSpPr/>
              <p:nvPr>
                <p:custDataLst>
                  <p:tags r:id="rId13"/>
                </p:custDataLst>
              </p:nvPr>
            </p:nvSpPr>
            <p:spPr>
              <a:xfrm>
                <a:off x="6999209" y="3564223"/>
                <a:ext cx="152269" cy="15288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defRPr/>
                </a:pPr>
                <a:endParaRPr lang="zh-CN" altLang="en-US" sz="800"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grpSp>
      </p:grpSp>
      <p:grpSp>
        <p:nvGrpSpPr>
          <p:cNvPr id="28" name="组合 49"/>
          <p:cNvGrpSpPr/>
          <p:nvPr/>
        </p:nvGrpSpPr>
        <p:grpSpPr bwMode="auto">
          <a:xfrm>
            <a:off x="5851525" y="5854700"/>
            <a:ext cx="866775" cy="330200"/>
            <a:chOff x="9216" y="9219"/>
            <a:chExt cx="1364" cy="521"/>
          </a:xfrm>
        </p:grpSpPr>
        <p:sp>
          <p:nvSpPr>
            <p:cNvPr id="29" name="任意多边形 28"/>
            <p:cNvSpPr/>
            <p:nvPr>
              <p:custDataLst>
                <p:tags r:id="rId14"/>
              </p:custDataLst>
            </p:nvPr>
          </p:nvSpPr>
          <p:spPr>
            <a:xfrm rot="16200000">
              <a:off x="9329" y="9143"/>
              <a:ext cx="446" cy="672"/>
            </a:xfrm>
            <a:custGeom>
              <a:avLst/>
              <a:gdLst>
                <a:gd name="connsiteX0" fmla="*/ 0 w 423836"/>
                <a:gd name="connsiteY0" fmla="*/ 0 h 436034"/>
                <a:gd name="connsiteX1" fmla="*/ 423836 w 423836"/>
                <a:gd name="connsiteY1" fmla="*/ 0 h 436034"/>
                <a:gd name="connsiteX2" fmla="*/ 411707 w 423836"/>
                <a:gd name="connsiteY2" fmla="*/ 17342 h 436034"/>
                <a:gd name="connsiteX3" fmla="*/ 211918 w 423836"/>
                <a:gd name="connsiteY3" fmla="*/ 436034 h 436034"/>
                <a:gd name="connsiteX4" fmla="*/ 12129 w 423836"/>
                <a:gd name="connsiteY4" fmla="*/ 17342 h 436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836" h="436034">
                  <a:moveTo>
                    <a:pt x="0" y="0"/>
                  </a:moveTo>
                  <a:lnTo>
                    <a:pt x="423836" y="0"/>
                  </a:lnTo>
                  <a:lnTo>
                    <a:pt x="411707" y="17342"/>
                  </a:lnTo>
                  <a:cubicBezTo>
                    <a:pt x="332943" y="144741"/>
                    <a:pt x="266347" y="284306"/>
                    <a:pt x="211918" y="436034"/>
                  </a:cubicBezTo>
                  <a:cubicBezTo>
                    <a:pt x="157490" y="284306"/>
                    <a:pt x="90893" y="144741"/>
                    <a:pt x="12129" y="1734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defRPr/>
              </a:pPr>
              <a:endParaRPr lang="zh-CN" altLang="en-US"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grpSp>
          <p:nvGrpSpPr>
            <p:cNvPr id="30" name="组合 51"/>
            <p:cNvGrpSpPr/>
            <p:nvPr/>
          </p:nvGrpSpPr>
          <p:grpSpPr bwMode="auto">
            <a:xfrm>
              <a:off x="10059" y="9219"/>
              <a:ext cx="521" cy="521"/>
              <a:chOff x="6931534" y="3496733"/>
              <a:chExt cx="287867" cy="287867"/>
            </a:xfrm>
          </p:grpSpPr>
          <p:sp>
            <p:nvSpPr>
              <p:cNvPr id="31" name="同心圆 30"/>
              <p:cNvSpPr/>
              <p:nvPr>
                <p:custDataLst>
                  <p:tags r:id="rId15"/>
                </p:custDataLst>
              </p:nvPr>
            </p:nvSpPr>
            <p:spPr>
              <a:xfrm>
                <a:off x="6930918" y="3496733"/>
                <a:ext cx="288483" cy="287867"/>
              </a:xfrm>
              <a:prstGeom prst="donut">
                <a:avLst>
                  <a:gd name="adj" fmla="val 13118"/>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0000" lnSpcReduction="20000"/>
              </a:bodyPr>
              <a:lstStyle/>
              <a:p>
                <a:pPr algn="ctr" eaLnBrk="1" fontAlgn="auto" hangingPunct="1">
                  <a:defRPr/>
                </a:pPr>
                <a:endParaRPr lang="zh-CN" altLang="en-US"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sp>
            <p:nvSpPr>
              <p:cNvPr id="32" name="椭圆 31"/>
              <p:cNvSpPr/>
              <p:nvPr>
                <p:custDataLst>
                  <p:tags r:id="rId16"/>
                </p:custDataLst>
              </p:nvPr>
            </p:nvSpPr>
            <p:spPr>
              <a:xfrm>
                <a:off x="6998552" y="3564548"/>
                <a:ext cx="153214" cy="15223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fontAlgn="auto" hangingPunct="1">
                  <a:defRPr/>
                </a:pPr>
                <a:endParaRPr lang="zh-CN" altLang="en-US" noProof="1">
                  <a:solidFill>
                    <a:schemeClr val="tx1"/>
                  </a:solidFill>
                  <a:latin typeface="黑体" panose="02010609060101010101" pitchFamily="49" charset="-122"/>
                  <a:ea typeface="黑体" panose="02010609060101010101" pitchFamily="49" charset="-122"/>
                  <a:sym typeface="Arial" panose="020B0604020202020204" pitchFamily="34" charset="0"/>
                </a:endParaRPr>
              </a:p>
            </p:txBody>
          </p:sp>
        </p:grpSp>
      </p:grpSp>
      <p:sp>
        <p:nvSpPr>
          <p:cNvPr id="58" name="文本占位符 57"/>
          <p:cNvSpPr>
            <a:spLocks noGrp="1"/>
          </p:cNvSpPr>
          <p:nvPr>
            <p:ph type="body" sz="quarter" idx="13"/>
          </p:nvPr>
        </p:nvSpPr>
        <p:spPr>
          <a:xfrm>
            <a:off x="1009650" y="228600"/>
            <a:ext cx="3919706" cy="323850"/>
          </a:xfrm>
        </p:spPr>
        <p:txBody>
          <a:bodyPr>
            <a:noAutofit/>
          </a:bodyPr>
          <a:lstStyle>
            <a:lvl1pPr marL="0" indent="0" algn="r">
              <a:buNone/>
              <a:defRPr sz="2000" b="1">
                <a:solidFill>
                  <a:schemeClr val="tx1"/>
                </a:solidFill>
              </a:defRPr>
            </a:lvl1pPr>
          </a:lstStyle>
          <a:p>
            <a:pPr lvl="0"/>
            <a:r>
              <a:rPr lang="zh-CN" altLang="en-US" noProof="1" smtClean="0"/>
              <a:t>单击此处编辑母版文本样式</a:t>
            </a:r>
            <a:endParaRPr lang="zh-CN" altLang="en-US" noProof="1"/>
          </a:p>
        </p:txBody>
      </p:sp>
      <p:sp>
        <p:nvSpPr>
          <p:cNvPr id="60" name="文本占位符 59"/>
          <p:cNvSpPr>
            <a:spLocks noGrp="1"/>
          </p:cNvSpPr>
          <p:nvPr>
            <p:ph type="body" sz="quarter" idx="14"/>
          </p:nvPr>
        </p:nvSpPr>
        <p:spPr>
          <a:xfrm>
            <a:off x="1009650" y="677545"/>
            <a:ext cx="3919706" cy="1114425"/>
          </a:xfrm>
        </p:spPr>
        <p:txBody>
          <a:bodyPr>
            <a:normAutofit/>
          </a:bodyPr>
          <a:lstStyle>
            <a:lvl1pPr marL="0" indent="0" algn="r">
              <a:buNone/>
              <a:defRPr sz="1400"/>
            </a:lvl1pPr>
          </a:lstStyle>
          <a:p>
            <a:pPr lvl="0"/>
            <a:endParaRPr lang="zh-CN" altLang="en-US" noProof="1"/>
          </a:p>
        </p:txBody>
      </p:sp>
      <p:sp>
        <p:nvSpPr>
          <p:cNvPr id="61" name="文本占位符 57"/>
          <p:cNvSpPr>
            <a:spLocks noGrp="1"/>
          </p:cNvSpPr>
          <p:nvPr>
            <p:ph type="body" sz="quarter" idx="15"/>
          </p:nvPr>
        </p:nvSpPr>
        <p:spPr>
          <a:xfrm>
            <a:off x="1009650" y="3507105"/>
            <a:ext cx="3919706" cy="323850"/>
          </a:xfrm>
        </p:spPr>
        <p:txBody>
          <a:bodyPr>
            <a:noAutofit/>
          </a:bodyPr>
          <a:lstStyle>
            <a:lvl1pPr marL="0" indent="0" algn="r">
              <a:buNone/>
              <a:defRPr sz="2000" b="1">
                <a:solidFill>
                  <a:schemeClr val="tx1"/>
                </a:solidFill>
              </a:defRPr>
            </a:lvl1pPr>
          </a:lstStyle>
          <a:p>
            <a:pPr lvl="0"/>
            <a:r>
              <a:rPr lang="zh-CN" altLang="en-US" noProof="1" smtClean="0"/>
              <a:t>单击此处编辑母版文本样式</a:t>
            </a:r>
            <a:endParaRPr lang="zh-CN" altLang="en-US" noProof="1"/>
          </a:p>
        </p:txBody>
      </p:sp>
      <p:sp>
        <p:nvSpPr>
          <p:cNvPr id="62" name="文本占位符 59"/>
          <p:cNvSpPr>
            <a:spLocks noGrp="1"/>
          </p:cNvSpPr>
          <p:nvPr>
            <p:ph type="body" sz="quarter" idx="16"/>
          </p:nvPr>
        </p:nvSpPr>
        <p:spPr>
          <a:xfrm>
            <a:off x="1009650" y="3956050"/>
            <a:ext cx="3919706" cy="1114425"/>
          </a:xfrm>
        </p:spPr>
        <p:txBody>
          <a:bodyPr>
            <a:normAutofit/>
          </a:bodyPr>
          <a:lstStyle>
            <a:lvl1pPr marL="0" indent="0" algn="r">
              <a:buNone/>
              <a:defRPr sz="1400"/>
            </a:lvl1pPr>
          </a:lstStyle>
          <a:p>
            <a:pPr lvl="0"/>
            <a:endParaRPr lang="zh-CN" altLang="en-US" noProof="1"/>
          </a:p>
        </p:txBody>
      </p:sp>
      <p:sp>
        <p:nvSpPr>
          <p:cNvPr id="63" name="文本占位符 57"/>
          <p:cNvSpPr>
            <a:spLocks noGrp="1"/>
          </p:cNvSpPr>
          <p:nvPr>
            <p:ph type="body" sz="quarter" idx="17"/>
          </p:nvPr>
        </p:nvSpPr>
        <p:spPr>
          <a:xfrm>
            <a:off x="6926580" y="1804670"/>
            <a:ext cx="3919706" cy="323850"/>
          </a:xfrm>
        </p:spPr>
        <p:txBody>
          <a:bodyPr>
            <a:noAutofit/>
          </a:bodyPr>
          <a:lstStyle>
            <a:lvl1pPr marL="0" indent="0" algn="l">
              <a:buNone/>
              <a:defRPr sz="2000" b="1">
                <a:solidFill>
                  <a:schemeClr val="tx1"/>
                </a:solidFill>
              </a:defRPr>
            </a:lvl1pPr>
          </a:lstStyle>
          <a:p>
            <a:pPr lvl="0"/>
            <a:r>
              <a:rPr lang="zh-CN" altLang="en-US" noProof="1" smtClean="0"/>
              <a:t>单击此处编辑母版文本样式</a:t>
            </a:r>
            <a:endParaRPr lang="zh-CN" altLang="en-US" noProof="1"/>
          </a:p>
        </p:txBody>
      </p:sp>
      <p:sp>
        <p:nvSpPr>
          <p:cNvPr id="64" name="文本占位符 59"/>
          <p:cNvSpPr>
            <a:spLocks noGrp="1"/>
          </p:cNvSpPr>
          <p:nvPr>
            <p:ph type="body" sz="quarter" idx="18"/>
          </p:nvPr>
        </p:nvSpPr>
        <p:spPr>
          <a:xfrm>
            <a:off x="6926580" y="2259330"/>
            <a:ext cx="3919706" cy="1114425"/>
          </a:xfrm>
        </p:spPr>
        <p:txBody>
          <a:bodyPr>
            <a:normAutofit/>
          </a:bodyPr>
          <a:lstStyle>
            <a:lvl1pPr marL="0" indent="0" algn="l">
              <a:buNone/>
              <a:defRPr sz="1400"/>
            </a:lvl1pPr>
          </a:lstStyle>
          <a:p>
            <a:pPr lvl="0"/>
            <a:endParaRPr lang="zh-CN" altLang="en-US" noProof="1"/>
          </a:p>
        </p:txBody>
      </p:sp>
      <p:sp>
        <p:nvSpPr>
          <p:cNvPr id="65" name="文本占位符 57"/>
          <p:cNvSpPr>
            <a:spLocks noGrp="1"/>
          </p:cNvSpPr>
          <p:nvPr>
            <p:ph type="body" sz="quarter" idx="19"/>
          </p:nvPr>
        </p:nvSpPr>
        <p:spPr>
          <a:xfrm>
            <a:off x="6926580" y="5070475"/>
            <a:ext cx="3919706" cy="323850"/>
          </a:xfrm>
        </p:spPr>
        <p:txBody>
          <a:bodyPr>
            <a:noAutofit/>
          </a:bodyPr>
          <a:lstStyle>
            <a:lvl1pPr marL="0" indent="0" algn="l">
              <a:buNone/>
              <a:defRPr sz="2000" b="1">
                <a:solidFill>
                  <a:schemeClr val="tx1"/>
                </a:solidFill>
              </a:defRPr>
            </a:lvl1pPr>
          </a:lstStyle>
          <a:p>
            <a:pPr lvl="0"/>
            <a:r>
              <a:rPr lang="zh-CN" altLang="en-US" noProof="1" smtClean="0"/>
              <a:t>单击此处编辑母版文本样式</a:t>
            </a:r>
            <a:endParaRPr lang="zh-CN" altLang="en-US" noProof="1"/>
          </a:p>
        </p:txBody>
      </p:sp>
      <p:sp>
        <p:nvSpPr>
          <p:cNvPr id="66" name="文本占位符 59"/>
          <p:cNvSpPr>
            <a:spLocks noGrp="1"/>
          </p:cNvSpPr>
          <p:nvPr>
            <p:ph type="body" sz="quarter" idx="20"/>
          </p:nvPr>
        </p:nvSpPr>
        <p:spPr>
          <a:xfrm>
            <a:off x="6926580" y="5525135"/>
            <a:ext cx="3919706" cy="1114425"/>
          </a:xfrm>
        </p:spPr>
        <p:txBody>
          <a:bodyPr>
            <a:normAutofit/>
          </a:bodyPr>
          <a:lstStyle>
            <a:lvl1pPr marL="0" indent="0" algn="l">
              <a:buNone/>
              <a:defRPr sz="1400"/>
            </a:lvl1pPr>
          </a:lstStyle>
          <a:p>
            <a:pPr lvl="0"/>
            <a:endParaRPr lang="zh-CN" altLang="en-US" noProof="1"/>
          </a:p>
        </p:txBody>
      </p:sp>
      <p:sp>
        <p:nvSpPr>
          <p:cNvPr id="33" name="日期占位符 1"/>
          <p:cNvSpPr>
            <a:spLocks noGrp="1"/>
          </p:cNvSpPr>
          <p:nvPr>
            <p:ph type="dt" sz="half" idx="21"/>
          </p:nvPr>
        </p:nvSpPr>
        <p:spPr/>
        <p:txBody>
          <a:bodyPr/>
          <a:lstStyle>
            <a:lvl1pPr>
              <a:defRPr/>
            </a:lvl1pPr>
          </a:lstStyle>
          <a:p>
            <a:pPr>
              <a:defRPr/>
            </a:pPr>
            <a:endParaRPr lang="zh-CN" altLang="en-US"/>
          </a:p>
        </p:txBody>
      </p:sp>
      <p:sp>
        <p:nvSpPr>
          <p:cNvPr id="34" name="页脚占位符 2"/>
          <p:cNvSpPr>
            <a:spLocks noGrp="1"/>
          </p:cNvSpPr>
          <p:nvPr>
            <p:ph type="ftr" sz="quarter" idx="22"/>
          </p:nvPr>
        </p:nvSpPr>
        <p:spPr/>
        <p:txBody>
          <a:bodyPr/>
          <a:lstStyle>
            <a:lvl1pPr>
              <a:defRPr/>
            </a:lvl1pPr>
          </a:lstStyle>
          <a:p>
            <a:pPr>
              <a:defRPr/>
            </a:pPr>
            <a:endParaRPr lang="zh-CN" altLang="en-US"/>
          </a:p>
        </p:txBody>
      </p:sp>
      <p:sp>
        <p:nvSpPr>
          <p:cNvPr id="35" name="灯片编号占位符 3"/>
          <p:cNvSpPr>
            <a:spLocks noGrp="1"/>
          </p:cNvSpPr>
          <p:nvPr>
            <p:ph type="sldNum" sz="quarter" idx="23"/>
          </p:nvPr>
        </p:nvSpPr>
        <p:spPr/>
        <p:txBody>
          <a:bodyPr/>
          <a:lstStyle>
            <a:lvl1pPr>
              <a:defRPr/>
            </a:lvl1pPr>
          </a:lstStyle>
          <a:p>
            <a:pPr>
              <a:defRPr/>
            </a:pPr>
            <a:fld id="{47FCC7F9-3EC6-43FC-9294-69A11BE4205E}" type="slidenum">
              <a:rPr lang="zh-CN" altLang="en-US"/>
            </a:fld>
            <a:endParaRPr lang="zh-CN" altLang="en-US"/>
          </a:p>
        </p:txBody>
      </p:sp>
    </p:spTree>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节标题">
    <p:bg bwMode="auto">
      <p:bgPr>
        <a:solidFill>
          <a:schemeClr val="bg1"/>
        </a:solidFill>
        <a:effectLst/>
      </p:bgPr>
    </p:bg>
    <p:spTree>
      <p:nvGrpSpPr>
        <p:cNvPr id="1" name=""/>
        <p:cNvGrpSpPr/>
        <p:nvPr/>
      </p:nvGrpSpPr>
      <p:grpSpPr>
        <a:xfrm>
          <a:off x="0" y="0"/>
          <a:ext cx="0" cy="0"/>
          <a:chOff x="0" y="0"/>
          <a:chExt cx="0" cy="0"/>
        </a:xfrm>
      </p:grpSpPr>
      <p:pic>
        <p:nvPicPr>
          <p:cNvPr id="2"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563" y="4341813"/>
            <a:ext cx="4497387"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 y="1611313"/>
            <a:ext cx="2816225" cy="521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5" y="5513388"/>
            <a:ext cx="13444538" cy="134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1125" y="4449763"/>
            <a:ext cx="4787900" cy="111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日期占位符 1"/>
          <p:cNvSpPr>
            <a:spLocks noGrp="1"/>
          </p:cNvSpPr>
          <p:nvPr>
            <p:ph type="dt" sz="half" idx="10"/>
          </p:nvPr>
        </p:nvSpPr>
        <p:spPr/>
        <p:txBody>
          <a:bodyPr/>
          <a:lstStyle>
            <a:lvl1pPr>
              <a:defRPr/>
            </a:lvl1pPr>
          </a:lstStyle>
          <a:p>
            <a:pPr>
              <a:defRPr/>
            </a:pPr>
            <a:endParaRPr lang="zh-CN" altLang="en-US"/>
          </a:p>
        </p:txBody>
      </p:sp>
      <p:sp>
        <p:nvSpPr>
          <p:cNvPr id="8" name="页脚占位符 2"/>
          <p:cNvSpPr>
            <a:spLocks noGrp="1"/>
          </p:cNvSpPr>
          <p:nvPr>
            <p:ph type="ftr" sz="quarter" idx="11"/>
          </p:nvPr>
        </p:nvSpPr>
        <p:spPr/>
        <p:txBody>
          <a:bodyPr/>
          <a:lstStyle>
            <a:lvl1pPr>
              <a:defRPr/>
            </a:lvl1pPr>
          </a:lstStyle>
          <a:p>
            <a:pPr>
              <a:defRPr/>
            </a:pPr>
            <a:endParaRPr lang="zh-CN" altLang="en-US"/>
          </a:p>
        </p:txBody>
      </p:sp>
      <p:sp>
        <p:nvSpPr>
          <p:cNvPr id="9" name="灯片编号占位符 3"/>
          <p:cNvSpPr>
            <a:spLocks noGrp="1"/>
          </p:cNvSpPr>
          <p:nvPr>
            <p:ph type="sldNum" sz="quarter" idx="12"/>
          </p:nvPr>
        </p:nvSpPr>
        <p:spPr/>
        <p:txBody>
          <a:bodyPr/>
          <a:lstStyle>
            <a:lvl1pPr>
              <a:defRPr/>
            </a:lvl1pPr>
          </a:lstStyle>
          <a:p>
            <a:pPr>
              <a:defRPr/>
            </a:pPr>
            <a:fld id="{A8CE32F3-BACB-451C-A241-D8ED0A2672FC}" type="slidenum">
              <a:rPr lang="zh-CN" altLang="en-US"/>
            </a:fld>
            <a:endParaRPr lang="zh-CN" altLang="en-US"/>
          </a:p>
        </p:txBody>
      </p:sp>
    </p:spTree>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bg bwMode="auto">
      <p:bgPr>
        <a:solidFill>
          <a:schemeClr val="bg1"/>
        </a:solidFill>
        <a:effectLst/>
      </p:bgPr>
    </p:bg>
    <p:spTree>
      <p:nvGrpSpPr>
        <p:cNvPr id="1" name=""/>
        <p:cNvGrpSpPr/>
        <p:nvPr/>
      </p:nvGrpSpPr>
      <p:grpSpPr>
        <a:xfrm>
          <a:off x="0" y="0"/>
          <a:ext cx="0" cy="0"/>
          <a:chOff x="0" y="0"/>
          <a:chExt cx="0" cy="0"/>
        </a:xfrm>
      </p:grpSpPr>
      <p:pic>
        <p:nvPicPr>
          <p:cNvPr id="3" name="图片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7068" y="1984543"/>
            <a:ext cx="10937865" cy="1311128"/>
          </a:xfrm>
          <a:noFill/>
          <a:ln>
            <a:noFill/>
          </a:ln>
        </p:spPr>
        <p:txBody>
          <a:bodyPr rtlCol="0">
            <a:noAutofit/>
            <a:scene3d>
              <a:camera prst="orthographicFront"/>
              <a:lightRig rig="threePt" dir="t">
                <a:rot lat="0" lon="0" rev="600000"/>
              </a:lightRig>
            </a:scene3d>
            <a:sp3d extrusionH="76200" contourW="12700" prstMaterial="plastic">
              <a:bevelB w="69850" h="44450"/>
              <a:extrusionClr>
                <a:srgbClr val="EACA4E"/>
              </a:extrusionClr>
              <a:contourClr>
                <a:schemeClr val="accent6">
                  <a:lumMod val="75000"/>
                </a:schemeClr>
              </a:contourClr>
            </a:sp3d>
          </a:bodyPr>
          <a:lstStyle>
            <a:lvl1pPr algn="ctr">
              <a:defRPr lang="zh-CN" altLang="en-US" sz="8800" b="1" i="0" spc="-300" dirty="0">
                <a:ln w="25400">
                  <a:noFill/>
                </a:ln>
                <a:gradFill>
                  <a:gsLst>
                    <a:gs pos="0">
                      <a:schemeClr val="accent5"/>
                    </a:gs>
                    <a:gs pos="74000">
                      <a:schemeClr val="accent5">
                        <a:lumMod val="60000"/>
                        <a:lumOff val="40000"/>
                      </a:schemeClr>
                    </a:gs>
                    <a:gs pos="83000">
                      <a:schemeClr val="accent5">
                        <a:lumMod val="75000"/>
                      </a:schemeClr>
                    </a:gs>
                    <a:gs pos="100000">
                      <a:schemeClr val="accent5"/>
                    </a:gs>
                  </a:gsLst>
                  <a:lin ang="5400000" scaled="1"/>
                </a:gradFill>
                <a:effectLst>
                  <a:outerShdw blurRad="76200" dist="38100" dir="5400000" algn="t" rotWithShape="0">
                    <a:prstClr val="black">
                      <a:alpha val="40000"/>
                    </a:prstClr>
                  </a:outerShdw>
                </a:effectLst>
                <a:latin typeface="+mj-ea"/>
                <a:ea typeface="+mj-ea"/>
                <a:cs typeface="+mn-cs"/>
              </a:defRPr>
            </a:lvl1pPr>
          </a:lstStyle>
          <a:p>
            <a:pPr lvl="0"/>
            <a:r>
              <a:rPr lang="zh-CN" altLang="en-US" noProof="1" smtClean="0"/>
              <a:t>单击此处编辑母版标题样式</a:t>
            </a:r>
            <a:endParaRPr lang="zh-CN" altLang="en-US" noProof="1"/>
          </a:p>
        </p:txBody>
      </p:sp>
      <p:sp>
        <p:nvSpPr>
          <p:cNvPr id="4" name="日期占位符 2"/>
          <p:cNvSpPr>
            <a:spLocks noGrp="1"/>
          </p:cNvSpPr>
          <p:nvPr>
            <p:ph type="dt" sz="half" idx="10"/>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3"/>
          <p:cNvSpPr>
            <a:spLocks noGrp="1"/>
          </p:cNvSpPr>
          <p:nvPr>
            <p:ph type="ftr" sz="quarter" idx="11"/>
          </p:nvPr>
        </p:nvSpPr>
        <p:spPr/>
        <p:txBody>
          <a:bodyPr/>
          <a:lstStyle>
            <a:lvl1pPr>
              <a:defRPr/>
            </a:lvl1pPr>
          </a:lstStyle>
          <a:p>
            <a:endParaRPr lang="zh-CN" altLang="en-US"/>
          </a:p>
        </p:txBody>
      </p:sp>
      <p:sp>
        <p:nvSpPr>
          <p:cNvPr id="6" name="灯片编号占位符 4"/>
          <p:cNvSpPr>
            <a:spLocks noGrp="1"/>
          </p:cNvSpPr>
          <p:nvPr>
            <p:ph type="sldNum" sz="quarter" idx="12"/>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200">
                <a:solidFill>
                  <a:schemeClr val="accent1"/>
                </a:solidFill>
              </a:defRPr>
            </a:lvl1p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838200" y="365125"/>
            <a:ext cx="8879958"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838200" y="551543"/>
            <a:ext cx="105156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nvPr>
        </p:nvSpPr>
        <p:spPr/>
        <p:txBody>
          <a:bodyPr/>
          <a:lstStyle>
            <a:lvl1pPr>
              <a:defRPr/>
            </a:lvl1pPr>
          </a:lstStyle>
          <a:p>
            <a:fld id="{760FBDFE-C587-4B4C-A407-44438C67B59E}" type="datetimeFigureOut">
              <a:rPr lang="zh-CN" altLang="en-US" smtClean="0"/>
            </a:fld>
            <a:endParaRPr lang="zh-CN" altLang="en-US"/>
          </a:p>
        </p:txBody>
      </p:sp>
      <p:sp>
        <p:nvSpPr>
          <p:cNvPr id="4" name="页脚占位符 4"/>
          <p:cNvSpPr>
            <a:spLocks noGrp="1"/>
          </p:cNvSpPr>
          <p:nvPr>
            <p:ph type="ftr" sz="quarter" idx="15"/>
          </p:nvPr>
        </p:nvSpPr>
        <p:spPr/>
        <p:txBody>
          <a:bodyPr/>
          <a:lstStyle>
            <a:lvl1pPr>
              <a:defRPr/>
            </a:lvl1pPr>
          </a:lstStyle>
          <a:p>
            <a:endParaRPr lang="zh-CN" altLang="en-US"/>
          </a:p>
        </p:txBody>
      </p:sp>
      <p:sp>
        <p:nvSpPr>
          <p:cNvPr id="5" name="灯片编号占位符 5"/>
          <p:cNvSpPr>
            <a:spLocks noGrp="1"/>
          </p:cNvSpPr>
          <p:nvPr>
            <p:ph type="sldNum" sz="quarter" idx="16"/>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3" Type="http://schemas.openxmlformats.org/officeDocument/2006/relationships/theme" Target="../theme/theme1.xml"/><Relationship Id="rId62" Type="http://schemas.openxmlformats.org/officeDocument/2006/relationships/tags" Target="../tags/tag62.xml"/><Relationship Id="rId61" Type="http://schemas.openxmlformats.org/officeDocument/2006/relationships/tags" Target="../tags/tag61.xml"/><Relationship Id="rId60" Type="http://schemas.openxmlformats.org/officeDocument/2006/relationships/tags" Target="../tags/tag60.xml"/><Relationship Id="rId6" Type="http://schemas.openxmlformats.org/officeDocument/2006/relationships/slideLayout" Target="../slideLayouts/slideLayout6.xml"/><Relationship Id="rId59" Type="http://schemas.openxmlformats.org/officeDocument/2006/relationships/tags" Target="../tags/tag59.xml"/><Relationship Id="rId58" Type="http://schemas.openxmlformats.org/officeDocument/2006/relationships/tags" Target="../tags/tag58.xml"/><Relationship Id="rId57" Type="http://schemas.openxmlformats.org/officeDocument/2006/relationships/tags" Target="../tags/tag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8" Type="http://schemas.openxmlformats.org/officeDocument/2006/relationships/theme" Target="../theme/theme2.xml"/><Relationship Id="rId17" Type="http://schemas.openxmlformats.org/officeDocument/2006/relationships/tags" Target="../tags/tag81.xml"/><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image" Target="../media/image10.jpeg"/><Relationship Id="rId13" Type="http://schemas.openxmlformats.org/officeDocument/2006/relationships/slideLayout" Target="../slideLayouts/slideLayout69.xml"/><Relationship Id="rId12" Type="http://schemas.openxmlformats.org/officeDocument/2006/relationships/slideLayout" Target="../slideLayouts/slideLayout68.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5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5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6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6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5"/>
            </p:custDataLst>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文本占位符 2"/>
          <p:cNvSpPr>
            <a:spLocks noGrp="1" noChangeArrowheads="1"/>
          </p:cNvSpPr>
          <p:nvPr>
            <p:ph type="body" idx="9"/>
            <p:custDataLst>
              <p:tags r:id="rId16"/>
            </p:custDataLst>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eaLnBrk="1" fontAlgn="auto" hangingPunct="1">
              <a:buFontTx/>
              <a:buNone/>
              <a:defRPr sz="1200" noProof="1">
                <a:solidFill>
                  <a:schemeClr val="tx1">
                    <a:tint val="75000"/>
                  </a:schemeClr>
                </a:solidFill>
                <a:latin typeface="+mn-lt"/>
                <a:ea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eaLnBrk="1" fontAlgn="auto" hangingPunct="1">
              <a:buFontTx/>
              <a:buNone/>
              <a:defRPr sz="1200" noProof="1">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eaLnBrk="1" fontAlgn="auto" hangingPunct="1">
              <a:buFontTx/>
              <a:buNone/>
              <a:defRPr sz="1200" noProof="1">
                <a:solidFill>
                  <a:schemeClr val="tx1">
                    <a:tint val="75000"/>
                  </a:schemeClr>
                </a:solidFill>
                <a:latin typeface="+mn-lt"/>
                <a:ea typeface="+mn-ea"/>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Lst>
  <p:hf sldNum="0" hdr="0" ftr="0" dt="0"/>
  <p:txStyles>
    <p:titleStyle>
      <a:lvl1pPr algn="l" rtl="0" eaLnBrk="0" fontAlgn="base" hangingPunct="0">
        <a:lnSpc>
          <a:spcPct val="90000"/>
        </a:lnSpc>
        <a:spcBef>
          <a:spcPct val="0"/>
        </a:spcBef>
        <a:spcAft>
          <a:spcPct val="0"/>
        </a:spcAft>
        <a:defRPr sz="3600" kern="1200">
          <a:solidFill>
            <a:schemeClr val="accent1"/>
          </a:solidFill>
          <a:latin typeface="黑体" panose="02010609060101010101" pitchFamily="49" charset="-122"/>
          <a:ea typeface="黑体" panose="02010609060101010101" pitchFamily="49" charset="-122"/>
          <a:cs typeface="+mj-cs"/>
        </a:defRPr>
      </a:lvl1pPr>
      <a:lvl2pPr algn="l" rtl="0" eaLnBrk="0" fontAlgn="base" hangingPunct="0">
        <a:lnSpc>
          <a:spcPct val="90000"/>
        </a:lnSpc>
        <a:spcBef>
          <a:spcPct val="0"/>
        </a:spcBef>
        <a:spcAft>
          <a:spcPct val="0"/>
        </a:spcAft>
        <a:defRPr sz="3600">
          <a:solidFill>
            <a:schemeClr val="accent1"/>
          </a:solidFill>
          <a:latin typeface="黑体" panose="02010609060101010101" pitchFamily="49" charset="-122"/>
          <a:ea typeface="黑体" panose="02010609060101010101" pitchFamily="49" charset="-122"/>
        </a:defRPr>
      </a:lvl2pPr>
      <a:lvl3pPr algn="l" rtl="0" eaLnBrk="0" fontAlgn="base" hangingPunct="0">
        <a:lnSpc>
          <a:spcPct val="90000"/>
        </a:lnSpc>
        <a:spcBef>
          <a:spcPct val="0"/>
        </a:spcBef>
        <a:spcAft>
          <a:spcPct val="0"/>
        </a:spcAft>
        <a:defRPr sz="3600">
          <a:solidFill>
            <a:schemeClr val="accent1"/>
          </a:solidFill>
          <a:latin typeface="黑体" panose="02010609060101010101" pitchFamily="49" charset="-122"/>
          <a:ea typeface="黑体" panose="02010609060101010101" pitchFamily="49" charset="-122"/>
        </a:defRPr>
      </a:lvl3pPr>
      <a:lvl4pPr algn="l" rtl="0" eaLnBrk="0" fontAlgn="base" hangingPunct="0">
        <a:lnSpc>
          <a:spcPct val="90000"/>
        </a:lnSpc>
        <a:spcBef>
          <a:spcPct val="0"/>
        </a:spcBef>
        <a:spcAft>
          <a:spcPct val="0"/>
        </a:spcAft>
        <a:defRPr sz="3600">
          <a:solidFill>
            <a:schemeClr val="accent1"/>
          </a:solidFill>
          <a:latin typeface="黑体" panose="02010609060101010101" pitchFamily="49" charset="-122"/>
          <a:ea typeface="黑体" panose="02010609060101010101" pitchFamily="49" charset="-122"/>
        </a:defRPr>
      </a:lvl4pPr>
      <a:lvl5pPr algn="l" rtl="0" eaLnBrk="0" fontAlgn="base" hangingPunct="0">
        <a:lnSpc>
          <a:spcPct val="90000"/>
        </a:lnSpc>
        <a:spcBef>
          <a:spcPct val="0"/>
        </a:spcBef>
        <a:spcAft>
          <a:spcPct val="0"/>
        </a:spcAft>
        <a:defRPr sz="3600">
          <a:solidFill>
            <a:schemeClr val="accent1"/>
          </a:solidFill>
          <a:latin typeface="黑体" panose="02010609060101010101" pitchFamily="49" charset="-122"/>
          <a:ea typeface="黑体" panose="02010609060101010101" pitchFamily="49" charset="-122"/>
        </a:defRPr>
      </a:lvl5pPr>
      <a:lvl6pPr marL="457200" algn="l" rtl="0" fontAlgn="base">
        <a:lnSpc>
          <a:spcPct val="90000"/>
        </a:lnSpc>
        <a:spcBef>
          <a:spcPct val="0"/>
        </a:spcBef>
        <a:spcAft>
          <a:spcPct val="0"/>
        </a:spcAft>
        <a:defRPr sz="3600">
          <a:solidFill>
            <a:schemeClr val="tx1"/>
          </a:solidFill>
          <a:latin typeface="黑体" panose="02010609060101010101" pitchFamily="49" charset="-122"/>
          <a:ea typeface="黑体" panose="02010609060101010101" pitchFamily="49" charset="-122"/>
        </a:defRPr>
      </a:lvl6pPr>
      <a:lvl7pPr marL="914400" algn="l" rtl="0" fontAlgn="base">
        <a:lnSpc>
          <a:spcPct val="90000"/>
        </a:lnSpc>
        <a:spcBef>
          <a:spcPct val="0"/>
        </a:spcBef>
        <a:spcAft>
          <a:spcPct val="0"/>
        </a:spcAft>
        <a:defRPr sz="3600">
          <a:solidFill>
            <a:schemeClr val="tx1"/>
          </a:solidFill>
          <a:latin typeface="黑体" panose="02010609060101010101" pitchFamily="49" charset="-122"/>
          <a:ea typeface="黑体" panose="02010609060101010101" pitchFamily="49" charset="-122"/>
        </a:defRPr>
      </a:lvl7pPr>
      <a:lvl8pPr marL="1371600" algn="l" rtl="0" fontAlgn="base">
        <a:lnSpc>
          <a:spcPct val="90000"/>
        </a:lnSpc>
        <a:spcBef>
          <a:spcPct val="0"/>
        </a:spcBef>
        <a:spcAft>
          <a:spcPct val="0"/>
        </a:spcAft>
        <a:defRPr sz="3600">
          <a:solidFill>
            <a:schemeClr val="tx1"/>
          </a:solidFill>
          <a:latin typeface="黑体" panose="02010609060101010101" pitchFamily="49" charset="-122"/>
          <a:ea typeface="黑体" panose="02010609060101010101" pitchFamily="49" charset="-122"/>
        </a:defRPr>
      </a:lvl8pPr>
      <a:lvl9pPr marL="1828800" algn="l" rtl="0" fontAlgn="base">
        <a:lnSpc>
          <a:spcPct val="90000"/>
        </a:lnSpc>
        <a:spcBef>
          <a:spcPct val="0"/>
        </a:spcBef>
        <a:spcAft>
          <a:spcPct val="0"/>
        </a:spcAft>
        <a:defRPr sz="3600">
          <a:solidFill>
            <a:schemeClr val="tx1"/>
          </a:solidFill>
          <a:latin typeface="黑体" panose="02010609060101010101" pitchFamily="49" charset="-122"/>
          <a:ea typeface="黑体" panose="02010609060101010101" pitchFamily="49"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黑体" panose="02010609060101010101" pitchFamily="49" charset="-122"/>
          <a:ea typeface="黑体" panose="02010609060101010101" pitchFamily="49"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57.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2.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4" Type="http://schemas.openxmlformats.org/officeDocument/2006/relationships/notesSlide" Target="../notesSlides/notesSlide2.xml"/><Relationship Id="rId13" Type="http://schemas.openxmlformats.org/officeDocument/2006/relationships/slideLayout" Target="../slideLayouts/slideLayout69.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6.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69.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4.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0" Type="http://schemas.openxmlformats.org/officeDocument/2006/relationships/slideLayout" Target="../slideLayouts/slideLayout69.xml"/><Relationship Id="rId1" Type="http://schemas.openxmlformats.org/officeDocument/2006/relationships/tags" Target="../tags/tag103.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11.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1" Type="http://schemas.openxmlformats.org/officeDocument/2006/relationships/slideLayout" Target="../slideLayouts/slideLayout69.xml"/><Relationship Id="rId10" Type="http://schemas.openxmlformats.org/officeDocument/2006/relationships/tags" Target="../tags/tag151.xml"/><Relationship Id="rId1" Type="http://schemas.openxmlformats.org/officeDocument/2006/relationships/tags" Target="../tags/tag142.xml"/></Relationships>
</file>

<file path=ppt/slides/_rels/slide12.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1" Type="http://schemas.openxmlformats.org/officeDocument/2006/relationships/slideLayout" Target="../slideLayouts/slideLayout69.xml"/><Relationship Id="rId10" Type="http://schemas.openxmlformats.org/officeDocument/2006/relationships/tags" Target="../tags/tag161.xml"/><Relationship Id="rId1" Type="http://schemas.openxmlformats.org/officeDocument/2006/relationships/tags" Target="../tags/tag15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s>
</file>

<file path=ppt/slides/_rels/slide14.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tags" Target="../tags/tag168.xml"/><Relationship Id="rId11" Type="http://schemas.openxmlformats.org/officeDocument/2006/relationships/slideLayout" Target="../slideLayouts/slideLayout69.xml"/><Relationship Id="rId10" Type="http://schemas.openxmlformats.org/officeDocument/2006/relationships/tags" Target="../tags/tag176.xml"/><Relationship Id="rId1" Type="http://schemas.openxmlformats.org/officeDocument/2006/relationships/tags" Target="../tags/tag167.xml"/></Relationships>
</file>

<file path=ppt/slides/_rels/slide15.xml.rels><?xml version="1.0" encoding="UTF-8" standalone="yes"?>
<Relationships xmlns="http://schemas.openxmlformats.org/package/2006/relationships"><Relationship Id="rId9" Type="http://schemas.openxmlformats.org/officeDocument/2006/relationships/tags" Target="../tags/tag185.xml"/><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1" Type="http://schemas.openxmlformats.org/officeDocument/2006/relationships/slideLayout" Target="../slideLayouts/slideLayout69.xml"/><Relationship Id="rId10" Type="http://schemas.openxmlformats.org/officeDocument/2006/relationships/tags" Target="../tags/tag186.xml"/><Relationship Id="rId1" Type="http://schemas.openxmlformats.org/officeDocument/2006/relationships/tags" Target="../tags/tag177.xml"/></Relationships>
</file>

<file path=ppt/slides/_rels/slide16.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 Type="http://schemas.openxmlformats.org/officeDocument/2006/relationships/tags" Target="../tags/tag188.xml"/><Relationship Id="rId11" Type="http://schemas.openxmlformats.org/officeDocument/2006/relationships/slideLayout" Target="../slideLayouts/slideLayout69.xml"/><Relationship Id="rId10" Type="http://schemas.openxmlformats.org/officeDocument/2006/relationships/tags" Target="../tags/tag196.xml"/><Relationship Id="rId1" Type="http://schemas.openxmlformats.org/officeDocument/2006/relationships/tags" Target="../tags/tag187.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s>
</file>

<file path=ppt/slides/_rels/slide20.xml.rels><?xml version="1.0" encoding="UTF-8" standalone="yes"?>
<Relationships xmlns="http://schemas.openxmlformats.org/package/2006/relationships"><Relationship Id="rId9" Type="http://schemas.openxmlformats.org/officeDocument/2006/relationships/tags" Target="../tags/tag220.xml"/><Relationship Id="rId8" Type="http://schemas.openxmlformats.org/officeDocument/2006/relationships/tags" Target="../tags/tag219.xml"/><Relationship Id="rId7" Type="http://schemas.openxmlformats.org/officeDocument/2006/relationships/tags" Target="../tags/tag218.xml"/><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1" Type="http://schemas.openxmlformats.org/officeDocument/2006/relationships/slideLayout" Target="../slideLayouts/slideLayout69.xml"/><Relationship Id="rId10" Type="http://schemas.openxmlformats.org/officeDocument/2006/relationships/tags" Target="../tags/tag221.xml"/><Relationship Id="rId1" Type="http://schemas.openxmlformats.org/officeDocument/2006/relationships/tags" Target="../tags/tag212.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226.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241.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_rels/slide25.xml.rels><?xml version="1.0" encoding="UTF-8" standalone="yes"?>
<Relationships xmlns="http://schemas.openxmlformats.org/package/2006/relationships"><Relationship Id="rId9" Type="http://schemas.openxmlformats.org/officeDocument/2006/relationships/tags" Target="../tags/tag250.xml"/><Relationship Id="rId8" Type="http://schemas.openxmlformats.org/officeDocument/2006/relationships/tags" Target="../tags/tag249.xml"/><Relationship Id="rId7" Type="http://schemas.openxmlformats.org/officeDocument/2006/relationships/tags" Target="../tags/tag248.xml"/><Relationship Id="rId6" Type="http://schemas.openxmlformats.org/officeDocument/2006/relationships/tags" Target="../tags/tag247.xml"/><Relationship Id="rId5" Type="http://schemas.openxmlformats.org/officeDocument/2006/relationships/tags" Target="../tags/tag246.xml"/><Relationship Id="rId4" Type="http://schemas.openxmlformats.org/officeDocument/2006/relationships/tags" Target="../tags/tag245.xml"/><Relationship Id="rId3" Type="http://schemas.openxmlformats.org/officeDocument/2006/relationships/tags" Target="../tags/tag244.xml"/><Relationship Id="rId2" Type="http://schemas.openxmlformats.org/officeDocument/2006/relationships/tags" Target="../tags/tag243.xml"/><Relationship Id="rId11" Type="http://schemas.openxmlformats.org/officeDocument/2006/relationships/slideLayout" Target="../slideLayouts/slideLayout69.xml"/><Relationship Id="rId10" Type="http://schemas.openxmlformats.org/officeDocument/2006/relationships/tags" Target="../tags/tag251.xml"/><Relationship Id="rId1" Type="http://schemas.openxmlformats.org/officeDocument/2006/relationships/tags" Target="../tags/tag242.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69.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69.xml"/><Relationship Id="rId4" Type="http://schemas.openxmlformats.org/officeDocument/2006/relationships/tags" Target="../tags/tag260.xml"/><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tags" Target="../tags/tag257.xml"/></Relationships>
</file>

<file path=ppt/slides/_rels/slide28.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tags" Target="../tags/tag268.xml"/><Relationship Id="rId7" Type="http://schemas.openxmlformats.org/officeDocument/2006/relationships/tags" Target="../tags/tag267.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1" Type="http://schemas.openxmlformats.org/officeDocument/2006/relationships/slideLayout" Target="../slideLayouts/slideLayout69.xml"/><Relationship Id="rId10" Type="http://schemas.openxmlformats.org/officeDocument/2006/relationships/tags" Target="../tags/tag270.xml"/><Relationship Id="rId1" Type="http://schemas.openxmlformats.org/officeDocument/2006/relationships/tags" Target="../tags/tag261.xml"/></Relationships>
</file>

<file path=ppt/slides/_rels/slide29.xml.rels><?xml version="1.0" encoding="UTF-8" standalone="yes"?>
<Relationships xmlns="http://schemas.openxmlformats.org/package/2006/relationships"><Relationship Id="rId9" Type="http://schemas.openxmlformats.org/officeDocument/2006/relationships/tags" Target="../tags/tag279.xml"/><Relationship Id="rId8" Type="http://schemas.openxmlformats.org/officeDocument/2006/relationships/tags" Target="../tags/tag278.xml"/><Relationship Id="rId7" Type="http://schemas.openxmlformats.org/officeDocument/2006/relationships/tags" Target="../tags/tag277.xml"/><Relationship Id="rId6" Type="http://schemas.openxmlformats.org/officeDocument/2006/relationships/tags" Target="../tags/tag276.xml"/><Relationship Id="rId5" Type="http://schemas.openxmlformats.org/officeDocument/2006/relationships/tags" Target="../tags/tag275.xml"/><Relationship Id="rId4" Type="http://schemas.openxmlformats.org/officeDocument/2006/relationships/tags" Target="../tags/tag274.xml"/><Relationship Id="rId3" Type="http://schemas.openxmlformats.org/officeDocument/2006/relationships/tags" Target="../tags/tag273.xml"/><Relationship Id="rId2" Type="http://schemas.openxmlformats.org/officeDocument/2006/relationships/tags" Target="../tags/tag272.xml"/><Relationship Id="rId11" Type="http://schemas.openxmlformats.org/officeDocument/2006/relationships/slideLayout" Target="../slideLayouts/slideLayout69.xml"/><Relationship Id="rId10" Type="http://schemas.openxmlformats.org/officeDocument/2006/relationships/tags" Target="../tags/tag280.xml"/><Relationship Id="rId1" Type="http://schemas.openxmlformats.org/officeDocument/2006/relationships/tags" Target="../tags/tag271.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69.xml"/><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32.xml.rels><?xml version="1.0" encoding="UTF-8" standalone="yes"?>
<Relationships xmlns="http://schemas.openxmlformats.org/package/2006/relationships"><Relationship Id="rId9" Type="http://schemas.openxmlformats.org/officeDocument/2006/relationships/tags" Target="../tags/tag299.xml"/><Relationship Id="rId8" Type="http://schemas.openxmlformats.org/officeDocument/2006/relationships/tags" Target="../tags/tag298.xml"/><Relationship Id="rId7" Type="http://schemas.openxmlformats.org/officeDocument/2006/relationships/tags" Target="../tags/tag297.xml"/><Relationship Id="rId6" Type="http://schemas.openxmlformats.org/officeDocument/2006/relationships/tags" Target="../tags/tag296.xml"/><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tags" Target="../tags/tag293.xml"/><Relationship Id="rId2" Type="http://schemas.openxmlformats.org/officeDocument/2006/relationships/tags" Target="../tags/tag292.xml"/><Relationship Id="rId11" Type="http://schemas.openxmlformats.org/officeDocument/2006/relationships/slideLayout" Target="../slideLayouts/slideLayout69.xml"/><Relationship Id="rId10" Type="http://schemas.openxmlformats.org/officeDocument/2006/relationships/tags" Target="../tags/tag300.xml"/><Relationship Id="rId1" Type="http://schemas.openxmlformats.org/officeDocument/2006/relationships/tags" Target="../tags/tag291.xml"/></Relationships>
</file>

<file path=ppt/slides/_rels/slide33.xml.rels><?xml version="1.0" encoding="UTF-8" standalone="yes"?>
<Relationships xmlns="http://schemas.openxmlformats.org/package/2006/relationships"><Relationship Id="rId9" Type="http://schemas.openxmlformats.org/officeDocument/2006/relationships/tags" Target="../tags/tag309.xml"/><Relationship Id="rId8" Type="http://schemas.openxmlformats.org/officeDocument/2006/relationships/tags" Target="../tags/tag308.xml"/><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tags" Target="../tags/tag302.xml"/><Relationship Id="rId11" Type="http://schemas.openxmlformats.org/officeDocument/2006/relationships/slideLayout" Target="../slideLayouts/slideLayout69.xml"/><Relationship Id="rId10" Type="http://schemas.openxmlformats.org/officeDocument/2006/relationships/tags" Target="../tags/tag310.xml"/><Relationship Id="rId1" Type="http://schemas.openxmlformats.org/officeDocument/2006/relationships/tags" Target="../tags/tag301.xml"/></Relationships>
</file>

<file path=ppt/slides/_rels/slide34.xml.rels><?xml version="1.0" encoding="UTF-8" standalone="yes"?>
<Relationships xmlns="http://schemas.openxmlformats.org/package/2006/relationships"><Relationship Id="rId9" Type="http://schemas.openxmlformats.org/officeDocument/2006/relationships/tags" Target="../tags/tag319.xml"/><Relationship Id="rId8" Type="http://schemas.openxmlformats.org/officeDocument/2006/relationships/tags" Target="../tags/tag318.xml"/><Relationship Id="rId7" Type="http://schemas.openxmlformats.org/officeDocument/2006/relationships/tags" Target="../tags/tag317.xml"/><Relationship Id="rId6" Type="http://schemas.openxmlformats.org/officeDocument/2006/relationships/tags" Target="../tags/tag316.xml"/><Relationship Id="rId5" Type="http://schemas.openxmlformats.org/officeDocument/2006/relationships/tags" Target="../tags/tag315.xml"/><Relationship Id="rId4" Type="http://schemas.openxmlformats.org/officeDocument/2006/relationships/tags" Target="../tags/tag314.xml"/><Relationship Id="rId3" Type="http://schemas.openxmlformats.org/officeDocument/2006/relationships/tags" Target="../tags/tag313.xml"/><Relationship Id="rId2" Type="http://schemas.openxmlformats.org/officeDocument/2006/relationships/tags" Target="../tags/tag312.xml"/><Relationship Id="rId11" Type="http://schemas.openxmlformats.org/officeDocument/2006/relationships/slideLayout" Target="../slideLayouts/slideLayout69.xml"/><Relationship Id="rId10" Type="http://schemas.openxmlformats.org/officeDocument/2006/relationships/tags" Target="../tags/tag320.xml"/><Relationship Id="rId1" Type="http://schemas.openxmlformats.org/officeDocument/2006/relationships/tags" Target="../tags/tag311.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69.xml"/><Relationship Id="rId5" Type="http://schemas.openxmlformats.org/officeDocument/2006/relationships/tags" Target="../tags/tag325.xml"/><Relationship Id="rId4" Type="http://schemas.openxmlformats.org/officeDocument/2006/relationships/tags" Target="../tags/tag324.xml"/><Relationship Id="rId3" Type="http://schemas.openxmlformats.org/officeDocument/2006/relationships/tags" Target="../tags/tag323.xml"/><Relationship Id="rId2" Type="http://schemas.openxmlformats.org/officeDocument/2006/relationships/tags" Target="../tags/tag322.xml"/><Relationship Id="rId1" Type="http://schemas.openxmlformats.org/officeDocument/2006/relationships/tags" Target="../tags/tag321.xml"/></Relationships>
</file>

<file path=ppt/slides/_rels/slide36.xml.rels><?xml version="1.0" encoding="UTF-8" standalone="yes"?>
<Relationships xmlns="http://schemas.openxmlformats.org/package/2006/relationships"><Relationship Id="rId9" Type="http://schemas.openxmlformats.org/officeDocument/2006/relationships/tags" Target="../tags/tag334.xml"/><Relationship Id="rId8" Type="http://schemas.openxmlformats.org/officeDocument/2006/relationships/tags" Target="../tags/tag333.xml"/><Relationship Id="rId7" Type="http://schemas.openxmlformats.org/officeDocument/2006/relationships/tags" Target="../tags/tag332.xml"/><Relationship Id="rId6" Type="http://schemas.openxmlformats.org/officeDocument/2006/relationships/tags" Target="../tags/tag331.xml"/><Relationship Id="rId5" Type="http://schemas.openxmlformats.org/officeDocument/2006/relationships/tags" Target="../tags/tag330.xml"/><Relationship Id="rId4" Type="http://schemas.openxmlformats.org/officeDocument/2006/relationships/tags" Target="../tags/tag329.xml"/><Relationship Id="rId3" Type="http://schemas.openxmlformats.org/officeDocument/2006/relationships/tags" Target="../tags/tag328.xml"/><Relationship Id="rId2" Type="http://schemas.openxmlformats.org/officeDocument/2006/relationships/tags" Target="../tags/tag327.xml"/><Relationship Id="rId10" Type="http://schemas.openxmlformats.org/officeDocument/2006/relationships/slideLayout" Target="../slideLayouts/slideLayout69.xml"/><Relationship Id="rId1" Type="http://schemas.openxmlformats.org/officeDocument/2006/relationships/tags" Target="../tags/tag326.xml"/></Relationships>
</file>

<file path=ppt/slides/_rels/slide37.xml.rels><?xml version="1.0" encoding="UTF-8" standalone="yes"?>
<Relationships xmlns="http://schemas.openxmlformats.org/package/2006/relationships"><Relationship Id="rId9" Type="http://schemas.openxmlformats.org/officeDocument/2006/relationships/tags" Target="../tags/tag343.xml"/><Relationship Id="rId8" Type="http://schemas.openxmlformats.org/officeDocument/2006/relationships/tags" Target="../tags/tag342.xml"/><Relationship Id="rId7" Type="http://schemas.openxmlformats.org/officeDocument/2006/relationships/tags" Target="../tags/tag341.xml"/><Relationship Id="rId6" Type="http://schemas.openxmlformats.org/officeDocument/2006/relationships/tags" Target="../tags/tag340.xml"/><Relationship Id="rId5" Type="http://schemas.openxmlformats.org/officeDocument/2006/relationships/tags" Target="../tags/tag339.xml"/><Relationship Id="rId4" Type="http://schemas.openxmlformats.org/officeDocument/2006/relationships/tags" Target="../tags/tag338.xml"/><Relationship Id="rId3" Type="http://schemas.openxmlformats.org/officeDocument/2006/relationships/tags" Target="../tags/tag337.xml"/><Relationship Id="rId2" Type="http://schemas.openxmlformats.org/officeDocument/2006/relationships/tags" Target="../tags/tag336.xml"/><Relationship Id="rId10" Type="http://schemas.openxmlformats.org/officeDocument/2006/relationships/slideLayout" Target="../slideLayouts/slideLayout69.xml"/><Relationship Id="rId1" Type="http://schemas.openxmlformats.org/officeDocument/2006/relationships/tags" Target="../tags/tag335.xml"/></Relationships>
</file>

<file path=ppt/slides/_rels/slide38.xml.rels><?xml version="1.0" encoding="UTF-8" standalone="yes"?>
<Relationships xmlns="http://schemas.openxmlformats.org/package/2006/relationships"><Relationship Id="rId9" Type="http://schemas.openxmlformats.org/officeDocument/2006/relationships/tags" Target="../tags/tag352.xml"/><Relationship Id="rId8" Type="http://schemas.openxmlformats.org/officeDocument/2006/relationships/tags" Target="../tags/tag351.xml"/><Relationship Id="rId7" Type="http://schemas.openxmlformats.org/officeDocument/2006/relationships/tags" Target="../tags/tag350.xml"/><Relationship Id="rId6" Type="http://schemas.openxmlformats.org/officeDocument/2006/relationships/tags" Target="../tags/tag349.xml"/><Relationship Id="rId5" Type="http://schemas.openxmlformats.org/officeDocument/2006/relationships/tags" Target="../tags/tag348.xml"/><Relationship Id="rId4" Type="http://schemas.openxmlformats.org/officeDocument/2006/relationships/tags" Target="../tags/tag347.xml"/><Relationship Id="rId3" Type="http://schemas.openxmlformats.org/officeDocument/2006/relationships/tags" Target="../tags/tag346.xml"/><Relationship Id="rId2" Type="http://schemas.openxmlformats.org/officeDocument/2006/relationships/tags" Target="../tags/tag345.xml"/><Relationship Id="rId10" Type="http://schemas.openxmlformats.org/officeDocument/2006/relationships/slideLayout" Target="../slideLayouts/slideLayout69.xml"/><Relationship Id="rId1" Type="http://schemas.openxmlformats.org/officeDocument/2006/relationships/tags" Target="../tags/tag344.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69.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tags" Target="../tags/tag354.xml"/><Relationship Id="rId1" Type="http://schemas.openxmlformats.org/officeDocument/2006/relationships/tags" Target="../tags/tag353.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69.xml"/><Relationship Id="rId4" Type="http://schemas.openxmlformats.org/officeDocument/2006/relationships/tags" Target="../tags/tag360.xml"/><Relationship Id="rId3" Type="http://schemas.openxmlformats.org/officeDocument/2006/relationships/tags" Target="../tags/tag359.xml"/><Relationship Id="rId2" Type="http://schemas.openxmlformats.org/officeDocument/2006/relationships/tags" Target="../tags/tag358.xml"/><Relationship Id="rId1" Type="http://schemas.openxmlformats.org/officeDocument/2006/relationships/tags" Target="../tags/tag357.xml"/></Relationships>
</file>

<file path=ppt/slides/_rels/slide41.xml.rels><?xml version="1.0" encoding="UTF-8" standalone="yes"?>
<Relationships xmlns="http://schemas.openxmlformats.org/package/2006/relationships"><Relationship Id="rId9" Type="http://schemas.openxmlformats.org/officeDocument/2006/relationships/tags" Target="../tags/tag369.xml"/><Relationship Id="rId8" Type="http://schemas.openxmlformats.org/officeDocument/2006/relationships/tags" Target="../tags/tag368.xml"/><Relationship Id="rId7" Type="http://schemas.openxmlformats.org/officeDocument/2006/relationships/tags" Target="../tags/tag367.xml"/><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0" Type="http://schemas.openxmlformats.org/officeDocument/2006/relationships/slideLayout" Target="../slideLayouts/slideLayout69.xml"/><Relationship Id="rId1" Type="http://schemas.openxmlformats.org/officeDocument/2006/relationships/tags" Target="../tags/tag361.xml"/></Relationships>
</file>

<file path=ppt/slides/_rels/slide42.xml.rels><?xml version="1.0" encoding="UTF-8" standalone="yes"?>
<Relationships xmlns="http://schemas.openxmlformats.org/package/2006/relationships"><Relationship Id="rId9" Type="http://schemas.openxmlformats.org/officeDocument/2006/relationships/tags" Target="../tags/tag378.xml"/><Relationship Id="rId8" Type="http://schemas.openxmlformats.org/officeDocument/2006/relationships/tags" Target="../tags/tag377.xml"/><Relationship Id="rId7" Type="http://schemas.openxmlformats.org/officeDocument/2006/relationships/tags" Target="../tags/tag376.xml"/><Relationship Id="rId6" Type="http://schemas.openxmlformats.org/officeDocument/2006/relationships/tags" Target="../tags/tag375.xml"/><Relationship Id="rId5" Type="http://schemas.openxmlformats.org/officeDocument/2006/relationships/tags" Target="../tags/tag374.xml"/><Relationship Id="rId4" Type="http://schemas.openxmlformats.org/officeDocument/2006/relationships/tags" Target="../tags/tag373.xml"/><Relationship Id="rId3" Type="http://schemas.openxmlformats.org/officeDocument/2006/relationships/tags" Target="../tags/tag372.xml"/><Relationship Id="rId2" Type="http://schemas.openxmlformats.org/officeDocument/2006/relationships/tags" Target="../tags/tag371.xml"/><Relationship Id="rId10" Type="http://schemas.openxmlformats.org/officeDocument/2006/relationships/slideLayout" Target="../slideLayouts/slideLayout69.xml"/><Relationship Id="rId1" Type="http://schemas.openxmlformats.org/officeDocument/2006/relationships/tags" Target="../tags/tag370.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69.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tags" Target="../tags/tag380.xml"/><Relationship Id="rId1" Type="http://schemas.openxmlformats.org/officeDocument/2006/relationships/tags" Target="../tags/tag379.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69.xml"/><Relationship Id="rId5" Type="http://schemas.openxmlformats.org/officeDocument/2006/relationships/tags" Target="../tags/tag387.xml"/><Relationship Id="rId4" Type="http://schemas.openxmlformats.org/officeDocument/2006/relationships/tags" Target="../tags/tag386.xml"/><Relationship Id="rId3" Type="http://schemas.openxmlformats.org/officeDocument/2006/relationships/tags" Target="../tags/tag385.xml"/><Relationship Id="rId2" Type="http://schemas.openxmlformats.org/officeDocument/2006/relationships/tags" Target="../tags/tag384.xml"/><Relationship Id="rId1" Type="http://schemas.openxmlformats.org/officeDocument/2006/relationships/tags" Target="../tags/tag383.xml"/></Relationships>
</file>

<file path=ppt/slides/_rels/slide45.xml.rels><?xml version="1.0" encoding="UTF-8" standalone="yes"?>
<Relationships xmlns="http://schemas.openxmlformats.org/package/2006/relationships"><Relationship Id="rId9" Type="http://schemas.openxmlformats.org/officeDocument/2006/relationships/tags" Target="../tags/tag396.xml"/><Relationship Id="rId8" Type="http://schemas.openxmlformats.org/officeDocument/2006/relationships/tags" Target="../tags/tag395.xml"/><Relationship Id="rId7" Type="http://schemas.openxmlformats.org/officeDocument/2006/relationships/tags" Target="../tags/tag394.xml"/><Relationship Id="rId6" Type="http://schemas.openxmlformats.org/officeDocument/2006/relationships/tags" Target="../tags/tag393.xml"/><Relationship Id="rId5" Type="http://schemas.openxmlformats.org/officeDocument/2006/relationships/tags" Target="../tags/tag392.xml"/><Relationship Id="rId4" Type="http://schemas.openxmlformats.org/officeDocument/2006/relationships/tags" Target="../tags/tag391.xml"/><Relationship Id="rId3" Type="http://schemas.openxmlformats.org/officeDocument/2006/relationships/tags" Target="../tags/tag390.xml"/><Relationship Id="rId2" Type="http://schemas.openxmlformats.org/officeDocument/2006/relationships/tags" Target="../tags/tag389.xml"/><Relationship Id="rId10" Type="http://schemas.openxmlformats.org/officeDocument/2006/relationships/slideLayout" Target="../slideLayouts/slideLayout69.xml"/><Relationship Id="rId1" Type="http://schemas.openxmlformats.org/officeDocument/2006/relationships/tags" Target="../tags/tag388.xml"/></Relationships>
</file>

<file path=ppt/slides/_rels/slide46.xml.rels><?xml version="1.0" encoding="UTF-8" standalone="yes"?>
<Relationships xmlns="http://schemas.openxmlformats.org/package/2006/relationships"><Relationship Id="rId9" Type="http://schemas.openxmlformats.org/officeDocument/2006/relationships/tags" Target="../tags/tag405.xml"/><Relationship Id="rId8" Type="http://schemas.openxmlformats.org/officeDocument/2006/relationships/tags" Target="../tags/tag404.xml"/><Relationship Id="rId7" Type="http://schemas.openxmlformats.org/officeDocument/2006/relationships/tags" Target="../tags/tag403.xml"/><Relationship Id="rId6" Type="http://schemas.openxmlformats.org/officeDocument/2006/relationships/tags" Target="../tags/tag402.xml"/><Relationship Id="rId5" Type="http://schemas.openxmlformats.org/officeDocument/2006/relationships/tags" Target="../tags/tag401.xml"/><Relationship Id="rId4" Type="http://schemas.openxmlformats.org/officeDocument/2006/relationships/tags" Target="../tags/tag400.xml"/><Relationship Id="rId3" Type="http://schemas.openxmlformats.org/officeDocument/2006/relationships/tags" Target="../tags/tag399.xml"/><Relationship Id="rId2" Type="http://schemas.openxmlformats.org/officeDocument/2006/relationships/tags" Target="../tags/tag398.xml"/><Relationship Id="rId10" Type="http://schemas.openxmlformats.org/officeDocument/2006/relationships/slideLayout" Target="../slideLayouts/slideLayout69.xml"/><Relationship Id="rId1" Type="http://schemas.openxmlformats.org/officeDocument/2006/relationships/tags" Target="../tags/tag397.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69.xml"/><Relationship Id="rId2" Type="http://schemas.openxmlformats.org/officeDocument/2006/relationships/tags" Target="../tags/tag407.xml"/><Relationship Id="rId1" Type="http://schemas.openxmlformats.org/officeDocument/2006/relationships/tags" Target="../tags/tag40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新民主主义革命时期分为五个阶段：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10"/>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11"/>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TAG_VERSION" val="1.0"/>
  <p:tag name="KSO_WM_BEAUTIFY_FLAG" val="#wm#"/>
  <p:tag name="KSO_WM_UNIT_TYPE" val="i"/>
  <p:tag name="KSO_WM_UNIT_ID" val="custom20187315_3*i*0"/>
  <p:tag name="KSO_WM_TEMPLATE_CATEGORY" val="custom"/>
  <p:tag name="KSO_WM_TEMPLATE_INDEX" val="20187315"/>
  <p:tag name="KSO_WM_UNIT_INDEX" val="0"/>
</p:tagLst>
</file>

<file path=ppt/tags/tag64.xml><?xml version="1.0" encoding="utf-8"?>
<p:tagLst xmlns:p="http://schemas.openxmlformats.org/presentationml/2006/main">
  <p:tag name="KSO_WM_TAG_VERSION" val="1.0"/>
  <p:tag name="KSO_WM_BEAUTIFY_FLAG" val="#wm#"/>
  <p:tag name="KSO_WM_UNIT_ID" val="custom2_5*h_i*1_3"/>
  <p:tag name="KSO_WM_TEMPLATE_CATEGORY" val="custom"/>
  <p:tag name="KSO_WM_TEMPLATE_INDEX" val="2"/>
  <p:tag name="KSO_WM_UNIT_HIGHLIGHT" val="0"/>
  <p:tag name="KSO_WM_UNIT_COMPATIBLE" val="0"/>
  <p:tag name="KSO_WM_UNIT_LAYERLEVEL" val="1_1"/>
  <p:tag name="KSO_WM_UNIT_TYPE" val="h_i"/>
  <p:tag name="KSO_WM_UNIT_INDEX" val="1_3"/>
</p:tagLst>
</file>

<file path=ppt/tags/tag65.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i*1_1"/>
  <p:tag name="KSO_WM_UNIT_LAYERLEVEL" val="1_1"/>
  <p:tag name="KSO_WM_UNIT_LINE_FORE_SCHEMECOLOR_INDEX" val="5"/>
  <p:tag name="KSO_WM_UNIT_LINE_FILL_TYPE" val="2"/>
  <p:tag name="KSO_WM_UNIT_USESOURCEFORMAT_APPLY" val="0"/>
  <p:tag name="KSO_WM_UNIT_HIGHLIGHT" val="0"/>
  <p:tag name="KSO_WM_UNIT_COMPATIBLE" val="0"/>
  <p:tag name="KSO_WM_DIAGRAM_GROUP_CODE" val="m1-4"/>
  <p:tag name="KSO_WM_UNIT_TYPE" val="m_i"/>
  <p:tag name="KSO_WM_UNIT_INDEX" val="1_1"/>
</p:tagLst>
</file>

<file path=ppt/tags/tag66.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i*1_2"/>
  <p:tag name="KSO_WM_UNIT_LAYERLEVEL" val="1_1"/>
  <p:tag name="KSO_WM_UNIT_LINE_FORE_SCHEMECOLOR_INDEX" val="5"/>
  <p:tag name="KSO_WM_UNIT_LINE_FILL_TYPE" val="2"/>
  <p:tag name="KSO_WM_UNIT_USESOURCEFORMAT_APPLY" val="0"/>
  <p:tag name="KSO_WM_UNIT_HIGHLIGHT" val="0"/>
  <p:tag name="KSO_WM_UNIT_COMPATIBLE" val="0"/>
  <p:tag name="KSO_WM_DIAGRAM_GROUP_CODE" val="m1-4"/>
  <p:tag name="KSO_WM_UNIT_TYPE" val="m_i"/>
  <p:tag name="KSO_WM_UNIT_INDEX" val="1_2"/>
</p:tagLst>
</file>

<file path=ppt/tags/tag67.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h_i*1_3_1"/>
  <p:tag name="KSO_WM_UNIT_LAYERLEVEL" val="1_1_1"/>
  <p:tag name="KSO_WM_UNIT_FILL_FORE_SCHEMECOLOR_INDEX" val="5"/>
  <p:tag name="KSO_WM_UNIT_FILL_TYPE" val="1"/>
  <p:tag name="KSO_WM_UNIT_TEXT_FILL_FORE_SCHEMECOLOR_INDEX" val="2"/>
  <p:tag name="KSO_WM_UNIT_TEXT_FILL_TYPE" val="1"/>
  <p:tag name="KSO_WM_UNIT_USESOURCEFORMAT_APPLY" val="0"/>
  <p:tag name="KSO_WM_UNIT_HIGHLIGHT" val="0"/>
  <p:tag name="KSO_WM_UNIT_COMPATIBLE" val="0"/>
  <p:tag name="KSO_WM_DIAGRAM_GROUP_CODE" val="m1-4"/>
  <p:tag name="KSO_WM_UNIT_TYPE" val="m_h_i"/>
  <p:tag name="KSO_WM_UNIT_INDEX" val="1_3_1"/>
</p:tagLst>
</file>

<file path=ppt/tags/tag68.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h_i*1_3_2"/>
  <p:tag name="KSO_WM_UNIT_LAYERLEVEL" val="1_1_1"/>
  <p:tag name="KSO_WM_UNIT_FILL_FORE_SCHEMECOLOR_INDEX" val="5"/>
  <p:tag name="KSO_WM_UNIT_FILL_TYPE" val="1"/>
  <p:tag name="KSO_WM_UNIT_TEXT_FILL_FORE_SCHEMECOLOR_INDEX" val="13"/>
  <p:tag name="KSO_WM_UNIT_TEXT_FILL_TYPE" val="1"/>
  <p:tag name="KSO_WM_UNIT_USESOURCEFORMAT_APPLY" val="0"/>
  <p:tag name="KSO_WM_UNIT_HIGHLIGHT" val="0"/>
  <p:tag name="KSO_WM_UNIT_COMPATIBLE" val="0"/>
  <p:tag name="KSO_WM_DIAGRAM_GROUP_CODE" val="m1-4"/>
  <p:tag name="KSO_WM_UNIT_TYPE" val="m_h_i"/>
  <p:tag name="KSO_WM_UNIT_INDEX" val="1_3_2"/>
</p:tagLst>
</file>

<file path=ppt/tags/tag69.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h_i*1_3_3"/>
  <p:tag name="KSO_WM_UNIT_LAYERLEVEL" val="1_1_1"/>
  <p:tag name="KSO_WM_UNIT_FILL_FORE_SCHEMECOLOR_INDEX" val="6"/>
  <p:tag name="KSO_WM_UNIT_FILL_TYPE" val="1"/>
  <p:tag name="KSO_WM_UNIT_TEXT_FILL_FORE_SCHEMECOLOR_INDEX" val="2"/>
  <p:tag name="KSO_WM_UNIT_TEXT_FILL_TYPE" val="1"/>
  <p:tag name="KSO_WM_UNIT_USESOURCEFORMAT_APPLY" val="0"/>
  <p:tag name="KSO_WM_UNIT_HIGHLIGHT" val="0"/>
  <p:tag name="KSO_WM_UNIT_COMPATIBLE" val="0"/>
  <p:tag name="KSO_WM_DIAGRAM_GROUP_CODE" val="m1-4"/>
  <p:tag name="KSO_WM_UNIT_TYPE" val="m_h_i"/>
  <p:tag name="KSO_WM_UNIT_INDEX" val="1_3_3"/>
</p:tagLst>
</file>

<file path=ppt/tags/tag70.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h_i*1_2_1"/>
  <p:tag name="KSO_WM_UNIT_LAYERLEVEL" val="1_1_1"/>
  <p:tag name="KSO_WM_UNIT_FILL_FORE_SCHEMECOLOR_INDEX" val="5"/>
  <p:tag name="KSO_WM_UNIT_FILL_TYPE" val="1"/>
  <p:tag name="KSO_WM_UNIT_TEXT_FILL_FORE_SCHEMECOLOR_INDEX" val="2"/>
  <p:tag name="KSO_WM_UNIT_TEXT_FILL_TYPE" val="1"/>
  <p:tag name="KSO_WM_UNIT_USESOURCEFORMAT_APPLY" val="0"/>
  <p:tag name="KSO_WM_UNIT_HIGHLIGHT" val="0"/>
  <p:tag name="KSO_WM_UNIT_COMPATIBLE" val="0"/>
  <p:tag name="KSO_WM_DIAGRAM_GROUP_CODE" val="m1-4"/>
  <p:tag name="KSO_WM_UNIT_TYPE" val="m_h_i"/>
  <p:tag name="KSO_WM_UNIT_INDEX" val="1_2_1"/>
</p:tagLst>
</file>

<file path=ppt/tags/tag71.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h_i*1_2_2"/>
  <p:tag name="KSO_WM_UNIT_LAYERLEVEL" val="1_1_1"/>
  <p:tag name="KSO_WM_UNIT_FILL_FORE_SCHEMECOLOR_INDEX" val="5"/>
  <p:tag name="KSO_WM_UNIT_FILL_TYPE" val="1"/>
  <p:tag name="KSO_WM_UNIT_TEXT_FILL_FORE_SCHEMECOLOR_INDEX" val="13"/>
  <p:tag name="KSO_WM_UNIT_TEXT_FILL_TYPE" val="1"/>
  <p:tag name="KSO_WM_UNIT_USESOURCEFORMAT_APPLY" val="0"/>
  <p:tag name="KSO_WM_UNIT_HIGHLIGHT" val="0"/>
  <p:tag name="KSO_WM_UNIT_COMPATIBLE" val="0"/>
  <p:tag name="KSO_WM_DIAGRAM_GROUP_CODE" val="m1-4"/>
  <p:tag name="KSO_WM_UNIT_TYPE" val="m_h_i"/>
  <p:tag name="KSO_WM_UNIT_INDEX" val="1_2_2"/>
</p:tagLst>
</file>

<file path=ppt/tags/tag72.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h_i*1_2_3"/>
  <p:tag name="KSO_WM_UNIT_LAYERLEVEL" val="1_1_1"/>
  <p:tag name="KSO_WM_UNIT_FILL_FORE_SCHEMECOLOR_INDEX" val="6"/>
  <p:tag name="KSO_WM_UNIT_FILL_TYPE" val="1"/>
  <p:tag name="KSO_WM_UNIT_TEXT_FILL_FORE_SCHEMECOLOR_INDEX" val="2"/>
  <p:tag name="KSO_WM_UNIT_TEXT_FILL_TYPE" val="1"/>
  <p:tag name="KSO_WM_UNIT_USESOURCEFORMAT_APPLY" val="0"/>
  <p:tag name="KSO_WM_UNIT_HIGHLIGHT" val="0"/>
  <p:tag name="KSO_WM_UNIT_COMPATIBLE" val="0"/>
  <p:tag name="KSO_WM_DIAGRAM_GROUP_CODE" val="m1-4"/>
  <p:tag name="KSO_WM_UNIT_TYPE" val="m_h_i"/>
  <p:tag name="KSO_WM_UNIT_INDEX" val="1_2_3"/>
</p:tagLst>
</file>

<file path=ppt/tags/tag73.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h_i*1_4_1"/>
  <p:tag name="KSO_WM_UNIT_LAYERLEVEL" val="1_1_1"/>
  <p:tag name="KSO_WM_UNIT_FILL_FORE_SCHEMECOLOR_INDEX" val="5"/>
  <p:tag name="KSO_WM_UNIT_FILL_TYPE" val="1"/>
  <p:tag name="KSO_WM_UNIT_TEXT_FILL_FORE_SCHEMECOLOR_INDEX" val="2"/>
  <p:tag name="KSO_WM_UNIT_TEXT_FILL_TYPE" val="1"/>
  <p:tag name="KSO_WM_UNIT_USESOURCEFORMAT_APPLY" val="0"/>
  <p:tag name="KSO_WM_UNIT_HIGHLIGHT" val="0"/>
  <p:tag name="KSO_WM_UNIT_COMPATIBLE" val="0"/>
  <p:tag name="KSO_WM_DIAGRAM_GROUP_CODE" val="m1-4"/>
  <p:tag name="KSO_WM_UNIT_TYPE" val="m_h_i"/>
  <p:tag name="KSO_WM_UNIT_INDEX" val="1_4_1"/>
</p:tagLst>
</file>

<file path=ppt/tags/tag74.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h_i*1_4_2"/>
  <p:tag name="KSO_WM_UNIT_LAYERLEVEL" val="1_1_1"/>
  <p:tag name="KSO_WM_UNIT_FILL_FORE_SCHEMECOLOR_INDEX" val="5"/>
  <p:tag name="KSO_WM_UNIT_FILL_TYPE" val="1"/>
  <p:tag name="KSO_WM_UNIT_TEXT_FILL_FORE_SCHEMECOLOR_INDEX" val="13"/>
  <p:tag name="KSO_WM_UNIT_TEXT_FILL_TYPE" val="1"/>
  <p:tag name="KSO_WM_UNIT_USESOURCEFORMAT_APPLY" val="0"/>
  <p:tag name="KSO_WM_UNIT_HIGHLIGHT" val="0"/>
  <p:tag name="KSO_WM_UNIT_COMPATIBLE" val="0"/>
  <p:tag name="KSO_WM_DIAGRAM_GROUP_CODE" val="m1-4"/>
  <p:tag name="KSO_WM_UNIT_TYPE" val="m_h_i"/>
  <p:tag name="KSO_WM_UNIT_INDEX" val="1_4_2"/>
</p:tagLst>
</file>

<file path=ppt/tags/tag75.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1*m_h_i*1_4_3"/>
  <p:tag name="KSO_WM_UNIT_LAYERLEVEL" val="1_1_1"/>
  <p:tag name="KSO_WM_UNIT_FILL_FORE_SCHEMECOLOR_INDEX" val="6"/>
  <p:tag name="KSO_WM_UNIT_FILL_TYPE" val="1"/>
  <p:tag name="KSO_WM_UNIT_TEXT_FILL_FORE_SCHEMECOLOR_INDEX" val="2"/>
  <p:tag name="KSO_WM_UNIT_TEXT_FILL_TYPE" val="1"/>
  <p:tag name="KSO_WM_UNIT_USESOURCEFORMAT_APPLY" val="0"/>
  <p:tag name="KSO_WM_UNIT_HIGHLIGHT" val="0"/>
  <p:tag name="KSO_WM_UNIT_COMPATIBLE" val="0"/>
  <p:tag name="KSO_WM_DIAGRAM_GROUP_CODE" val="m1-4"/>
  <p:tag name="KSO_WM_UNIT_TYPE" val="m_h_i"/>
  <p:tag name="KSO_WM_UNIT_INDEX" val="1_4_3"/>
</p:tagLst>
</file>

<file path=ppt/tags/tag76.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0*m_h_i*1_3_1"/>
  <p:tag name="KSO_WM_UNIT_LAYERLEVEL" val="1_1_1"/>
  <p:tag name="KSO_WM_UNIT_FILL_FORE_SCHEMECOLOR_INDEX" val="5"/>
  <p:tag name="KSO_WM_UNIT_FILL_TYPE" val="1"/>
  <p:tag name="KSO_WM_UNIT_TEXT_FILL_FORE_SCHEMECOLOR_INDEX" val="2"/>
  <p:tag name="KSO_WM_UNIT_TEXT_FILL_TYPE" val="1"/>
  <p:tag name="KSO_WM_UNIT_USESOURCEFORMAT_APPLY" val="0"/>
  <p:tag name="KSO_WM_UNIT_HIGHLIGHT" val="0"/>
  <p:tag name="KSO_WM_UNIT_COMPATIBLE" val="0"/>
  <p:tag name="KSO_WM_DIAGRAM_GROUP_CODE" val="m1-4"/>
  <p:tag name="KSO_WM_UNIT_TYPE" val="m_h_i"/>
  <p:tag name="KSO_WM_UNIT_INDEX" val="1_3_1"/>
</p:tagLst>
</file>

<file path=ppt/tags/tag77.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0*m_h_i*1_3_2"/>
  <p:tag name="KSO_WM_UNIT_LAYERLEVEL" val="1_1_1"/>
  <p:tag name="KSO_WM_UNIT_FILL_FORE_SCHEMECOLOR_INDEX" val="5"/>
  <p:tag name="KSO_WM_UNIT_FILL_TYPE" val="1"/>
  <p:tag name="KSO_WM_UNIT_TEXT_FILL_FORE_SCHEMECOLOR_INDEX" val="13"/>
  <p:tag name="KSO_WM_UNIT_TEXT_FILL_TYPE" val="1"/>
  <p:tag name="KSO_WM_UNIT_USESOURCEFORMAT_APPLY" val="0"/>
  <p:tag name="KSO_WM_UNIT_HIGHLIGHT" val="0"/>
  <p:tag name="KSO_WM_UNIT_COMPATIBLE" val="0"/>
  <p:tag name="KSO_WM_DIAGRAM_GROUP_CODE" val="m1-4"/>
  <p:tag name="KSO_WM_UNIT_TYPE" val="m_h_i"/>
  <p:tag name="KSO_WM_UNIT_INDEX" val="1_3_2"/>
</p:tagLst>
</file>

<file path=ppt/tags/tag78.xml><?xml version="1.0" encoding="utf-8"?>
<p:tagLst xmlns:p="http://schemas.openxmlformats.org/presentationml/2006/main">
  <p:tag name="KSO_WM_TAG_VERSION" val="1.0"/>
  <p:tag name="KSO_WM_BEAUTIFY_FLAG" val="#wm#"/>
  <p:tag name="KSO_WM_TEMPLATE_CATEGORY" val="custom"/>
  <p:tag name="KSO_WM_TEMPLATE_INDEX" val="2"/>
  <p:tag name="KSO_WM_UNIT_ID" val="custom2_10*m_h_i*1_3_3"/>
  <p:tag name="KSO_WM_UNIT_LAYERLEVEL" val="1_1_1"/>
  <p:tag name="KSO_WM_UNIT_FILL_FORE_SCHEMECOLOR_INDEX" val="6"/>
  <p:tag name="KSO_WM_UNIT_FILL_TYPE" val="1"/>
  <p:tag name="KSO_WM_UNIT_TEXT_FILL_FORE_SCHEMECOLOR_INDEX" val="2"/>
  <p:tag name="KSO_WM_UNIT_TEXT_FILL_TYPE" val="1"/>
  <p:tag name="KSO_WM_UNIT_USESOURCEFORMAT_APPLY" val="0"/>
  <p:tag name="KSO_WM_UNIT_HIGHLIGHT" val="0"/>
  <p:tag name="KSO_WM_UNIT_COMPATIBLE" val="0"/>
  <p:tag name="KSO_WM_DIAGRAM_GROUP_CODE" val="m1-4"/>
  <p:tag name="KSO_WM_UNIT_TYPE" val="m_h_i"/>
  <p:tag name="KSO_WM_UNIT_INDEX" val="1_3_3"/>
</p:tagLst>
</file>

<file path=ppt/tags/tag79.xml><?xml version="1.0" encoding="utf-8"?>
<p:tagLst xmlns:p="http://schemas.openxmlformats.org/presentationml/2006/main">
  <p:tag name="KSO_WM_TAG_VERSION" val="1.0"/>
  <p:tag name="KSO_WM_TEMPLATE_CATEGORY" val="custom"/>
  <p:tag name="KSO_WM_TEMPLATE_INDEX" val="2"/>
</p:tagLst>
</file>

<file path=ppt/tags/tag80.xml><?xml version="1.0" encoding="utf-8"?>
<p:tagLst xmlns:p="http://schemas.openxmlformats.org/presentationml/2006/main">
  <p:tag name="KSO_WM_TAG_VERSION" val="1.0"/>
  <p:tag name="KSO_WM_TEMPLATE_CATEGORY" val="custom"/>
  <p:tag name="KSO_WM_TEMPLATE_INDEX" val="2"/>
</p:tagLst>
</file>

<file path=ppt/tags/tag81.xml><?xml version="1.0" encoding="utf-8"?>
<p:tagLst xmlns:p="http://schemas.openxmlformats.org/presentationml/2006/main">
  <p:tag name="KSO_WM_TEMPLATE_CATEGORY" val="custom"/>
  <p:tag name="KSO_WM_TEMPLATE_INDEX" val="2"/>
  <p:tag name="KSO_WM_TAG_VERSION" val="1.0"/>
  <p:tag name="KSO_WM_BEAUTIFY_FLAG" val="#wm#"/>
  <p:tag name="KSO_WM_TEMPLATE_THUMBS_INDEX" val="1、3、4、5、8、11、12、15、16、17、21、22、23、24、25、"/>
</p:tagLst>
</file>

<file path=ppt/tags/tag8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83.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84.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85.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92.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93.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94.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95.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96.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97.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98.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00.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02.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0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0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0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0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0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0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1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1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2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4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4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4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4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5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5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5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5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6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0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1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2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3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4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4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4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4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5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2.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54.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56.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6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6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7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7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7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7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7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7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8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9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0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0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0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0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0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1.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23.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25.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2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3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3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3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3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4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5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6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6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6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7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7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7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7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7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8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3.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85.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87.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9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0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0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0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0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0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06.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07.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08.xml><?xml version="1.0" encoding="utf-8"?>
<p:tagLst xmlns:p="http://schemas.openxmlformats.org/presentationml/2006/main">
  <p:tag name="COMMONDATA" val="eyJoZGlkIjoiYTc2ZGZiNzZiNDVlOGViOWVmM2JhOTY0NGJkNjUyYzgifQ=="/>
</p:tagLst>
</file>

<file path=ppt/theme/theme1.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arty culture 1">
  <a:themeElements>
    <a:clrScheme name="自定义 5">
      <a:dk1>
        <a:srgbClr val="000000"/>
      </a:dk1>
      <a:lt1>
        <a:srgbClr val="FFFFFF"/>
      </a:lt1>
      <a:dk2>
        <a:srgbClr val="505046"/>
      </a:dk2>
      <a:lt2>
        <a:srgbClr val="EEECE1"/>
      </a:lt2>
      <a:accent1>
        <a:srgbClr val="C00000"/>
      </a:accent1>
      <a:accent2>
        <a:srgbClr val="FFBD47"/>
      </a:accent2>
      <a:accent3>
        <a:srgbClr val="FCDD07"/>
      </a:accent3>
      <a:accent4>
        <a:srgbClr val="FF8427"/>
      </a:accent4>
      <a:accent5>
        <a:srgbClr val="F6DE64"/>
      </a:accent5>
      <a:accent6>
        <a:srgbClr val="B22600"/>
      </a:accent6>
      <a:hlink>
        <a:srgbClr val="F5F3EB"/>
      </a:hlink>
      <a:folHlink>
        <a:srgbClr val="F9B100"/>
      </a:folHlink>
    </a:clrScheme>
    <a:fontScheme name="g5jtkinr">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noAutofit/>
      </a:bodyPr>
      <a:lstStyle>
        <a:defPPr algn="ctr">
          <a:defRPr sz="3200" dirty="0">
            <a:solidFill>
              <a:srgbClr val="ECEB4D"/>
            </a:solidFill>
            <a:sym typeface="+mn-lt"/>
          </a:defRPr>
        </a:defPPr>
      </a:lstStyle>
      <a:style>
        <a:lnRef idx="2">
          <a:schemeClr val="accent1"/>
        </a:lnRef>
        <a:fillRef idx="1">
          <a:schemeClr val="lt1"/>
        </a:fillRef>
        <a:effectRef idx="0">
          <a:schemeClr val="accent1"/>
        </a:effectRef>
        <a:fontRef idx="minor">
          <a:schemeClr val="dk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10538</Words>
  <Application>WPS 演示</Application>
  <PresentationFormat>宽屏</PresentationFormat>
  <Paragraphs>510</Paragraphs>
  <Slides>47</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47</vt:i4>
      </vt:variant>
    </vt:vector>
  </HeadingPairs>
  <TitlesOfParts>
    <vt:vector size="58" baseType="lpstr">
      <vt:lpstr>Arial</vt:lpstr>
      <vt:lpstr>宋体</vt:lpstr>
      <vt:lpstr>Wingdings</vt:lpstr>
      <vt:lpstr>Wingdings</vt:lpstr>
      <vt:lpstr>微软雅黑</vt:lpstr>
      <vt:lpstr>Segoe UI</vt:lpstr>
      <vt:lpstr>Arial Unicode MS</vt:lpstr>
      <vt:lpstr>黑体</vt:lpstr>
      <vt:lpstr>Microsoft YaHei</vt:lpstr>
      <vt:lpstr>自定义设计方案</vt:lpstr>
      <vt:lpstr>party culture 1</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cloud</cp:lastModifiedBy>
  <cp:revision>15</cp:revision>
  <dcterms:created xsi:type="dcterms:W3CDTF">2026-08-27T04:03:04Z</dcterms:created>
  <dcterms:modified xsi:type="dcterms:W3CDTF">2026-08-27T04:03:04Z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