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816"/>
          <c:y val="0.104666666666667"/>
          <c:w val="0.94144"/>
          <c:h val="0.766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英语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930302
刘昌明
一班</c:v>
                </c:pt>
                <c:pt idx="1">
                  <c:v>930303
叶凯
一班</c:v>
                </c:pt>
                <c:pt idx="2">
                  <c:v>930304
张超
一班</c:v>
                </c:pt>
                <c:pt idx="3">
                  <c:v>930305
斯宝玉
一班</c:v>
                </c:pt>
                <c:pt idx="4">
                  <c:v>930306
董伟
二班</c:v>
                </c:pt>
                <c:pt idx="5">
                  <c:v>930307
舒跃进
二班</c:v>
                </c:pt>
                <c:pt idx="6">
                  <c:v>930308
殷锡根
二班</c:v>
                </c:pt>
                <c:pt idx="7">
                  <c:v>930309
博勒
三班</c:v>
                </c:pt>
                <c:pt idx="8">
                  <c:v>930310
吴进录
三班</c:v>
                </c:pt>
                <c:pt idx="9">
                  <c:v>930311
陆蔚兰
三班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72</c:v>
                </c:pt>
                <c:pt idx="1">
                  <c:v>65</c:v>
                </c:pt>
                <c:pt idx="2">
                  <c:v>83</c:v>
                </c:pt>
                <c:pt idx="3">
                  <c:v>66</c:v>
                </c:pt>
                <c:pt idx="4">
                  <c:v>77</c:v>
                </c:pt>
                <c:pt idx="5">
                  <c:v>45</c:v>
                </c:pt>
                <c:pt idx="6">
                  <c:v>80</c:v>
                </c:pt>
                <c:pt idx="7">
                  <c:v>73</c:v>
                </c:pt>
                <c:pt idx="8">
                  <c:v>75</c:v>
                </c:pt>
                <c:pt idx="9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语文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930302
刘昌明
一班</c:v>
                </c:pt>
                <c:pt idx="1">
                  <c:v>930303
叶凯
一班</c:v>
                </c:pt>
                <c:pt idx="2">
                  <c:v>930304
张超
一班</c:v>
                </c:pt>
                <c:pt idx="3">
                  <c:v>930305
斯宝玉
一班</c:v>
                </c:pt>
                <c:pt idx="4">
                  <c:v>930306
董伟
二班</c:v>
                </c:pt>
                <c:pt idx="5">
                  <c:v>930307
舒跃进
二班</c:v>
                </c:pt>
                <c:pt idx="6">
                  <c:v>930308
殷锡根
二班</c:v>
                </c:pt>
                <c:pt idx="7">
                  <c:v>930309
博勒
三班</c:v>
                </c:pt>
                <c:pt idx="8">
                  <c:v>930310
吴进录
三班</c:v>
                </c:pt>
                <c:pt idx="9">
                  <c:v>930311
陆蔚兰
三班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66</c:v>
                </c:pt>
                <c:pt idx="1">
                  <c:v>75</c:v>
                </c:pt>
                <c:pt idx="2">
                  <c:v>80</c:v>
                </c:pt>
                <c:pt idx="3">
                  <c:v>70</c:v>
                </c:pt>
                <c:pt idx="4">
                  <c:v>62</c:v>
                </c:pt>
                <c:pt idx="5">
                  <c:v>58</c:v>
                </c:pt>
                <c:pt idx="6">
                  <c:v>71</c:v>
                </c:pt>
                <c:pt idx="7">
                  <c:v>62</c:v>
                </c:pt>
                <c:pt idx="8">
                  <c:v>65</c:v>
                </c:pt>
                <c:pt idx="9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高等数学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930302
刘昌明
一班</c:v>
                </c:pt>
                <c:pt idx="1">
                  <c:v>930303
叶凯
一班</c:v>
                </c:pt>
                <c:pt idx="2">
                  <c:v>930304
张超
一班</c:v>
                </c:pt>
                <c:pt idx="3">
                  <c:v>930305
斯宝玉
一班</c:v>
                </c:pt>
                <c:pt idx="4">
                  <c:v>930306
董伟
二班</c:v>
                </c:pt>
                <c:pt idx="5">
                  <c:v>930307
舒跃进
二班</c:v>
                </c:pt>
                <c:pt idx="6">
                  <c:v>930308
殷锡根
二班</c:v>
                </c:pt>
                <c:pt idx="7">
                  <c:v>930309
博勒
三班</c:v>
                </c:pt>
                <c:pt idx="8">
                  <c:v>930310
吴进录
三班</c:v>
                </c:pt>
                <c:pt idx="9">
                  <c:v>930311
陆蔚兰
三班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75</c:v>
                </c:pt>
                <c:pt idx="1">
                  <c:v>80</c:v>
                </c:pt>
                <c:pt idx="2">
                  <c:v>72</c:v>
                </c:pt>
                <c:pt idx="3">
                  <c:v>81</c:v>
                </c:pt>
                <c:pt idx="4">
                  <c:v>85</c:v>
                </c:pt>
                <c:pt idx="5">
                  <c:v>62</c:v>
                </c:pt>
                <c:pt idx="6">
                  <c:v>75</c:v>
                </c:pt>
                <c:pt idx="7">
                  <c:v>81</c:v>
                </c:pt>
                <c:pt idx="8">
                  <c:v>78</c:v>
                </c:pt>
                <c:pt idx="9">
                  <c:v>72</c:v>
                </c:pt>
              </c:numCache>
            </c:numRef>
          </c:val>
        </c:ser>
        <c:ser>
          <c:idx val="3"/>
          <c:order val="3"/>
          <c:tx>
            <c:strRef>
              <c:f>Sheet1!$G$1</c:f>
              <c:strCache>
                <c:ptCount val="1"/>
                <c:pt idx="0">
                  <c:v>计算机基础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930302
刘昌明
一班</c:v>
                </c:pt>
                <c:pt idx="1">
                  <c:v>930303
叶凯
一班</c:v>
                </c:pt>
                <c:pt idx="2">
                  <c:v>930304
张超
一班</c:v>
                </c:pt>
                <c:pt idx="3">
                  <c:v>930305
斯宝玉
一班</c:v>
                </c:pt>
                <c:pt idx="4">
                  <c:v>930306
董伟
二班</c:v>
                </c:pt>
                <c:pt idx="5">
                  <c:v>930307
舒跃进
二班</c:v>
                </c:pt>
                <c:pt idx="6">
                  <c:v>930308
殷锡根
二班</c:v>
                </c:pt>
                <c:pt idx="7">
                  <c:v>930309
博勒
三班</c:v>
                </c:pt>
                <c:pt idx="8">
                  <c:v>930310
吴进录
三班</c:v>
                </c:pt>
                <c:pt idx="9">
                  <c:v>930311
陆蔚兰
三班</c:v>
                </c:pt>
              </c:strCache>
            </c: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68</c:v>
                </c:pt>
                <c:pt idx="1">
                  <c:v>77</c:v>
                </c:pt>
                <c:pt idx="2">
                  <c:v>81</c:v>
                </c:pt>
                <c:pt idx="3">
                  <c:v>75</c:v>
                </c:pt>
                <c:pt idx="4">
                  <c:v>81</c:v>
                </c:pt>
                <c:pt idx="5">
                  <c:v>60</c:v>
                </c:pt>
                <c:pt idx="6">
                  <c:v>62</c:v>
                </c:pt>
                <c:pt idx="7">
                  <c:v>75</c:v>
                </c:pt>
                <c:pt idx="8">
                  <c:v>68</c:v>
                </c:pt>
                <c:pt idx="9">
                  <c:v>62</c:v>
                </c:pt>
              </c:numCache>
            </c:numRef>
          </c:val>
        </c:ser>
        <c:ser>
          <c:idx val="4"/>
          <c:order val="4"/>
          <c:tx>
            <c:strRef>
              <c:f>Sheet1!$H$1</c:f>
              <c:strCache>
                <c:ptCount val="1"/>
                <c:pt idx="0">
                  <c:v>体育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930302
刘昌明
一班</c:v>
                </c:pt>
                <c:pt idx="1">
                  <c:v>930303
叶凯
一班</c:v>
                </c:pt>
                <c:pt idx="2">
                  <c:v>930304
张超
一班</c:v>
                </c:pt>
                <c:pt idx="3">
                  <c:v>930305
斯宝玉
一班</c:v>
                </c:pt>
                <c:pt idx="4">
                  <c:v>930306
董伟
二班</c:v>
                </c:pt>
                <c:pt idx="5">
                  <c:v>930307
舒跃进
二班</c:v>
                </c:pt>
                <c:pt idx="6">
                  <c:v>930308
殷锡根
二班</c:v>
                </c:pt>
                <c:pt idx="7">
                  <c:v>930309
博勒
三班</c:v>
                </c:pt>
                <c:pt idx="8">
                  <c:v>930310
吴进录
三班</c:v>
                </c:pt>
                <c:pt idx="9">
                  <c:v>930311
陆蔚兰
三班</c:v>
                </c:pt>
              </c:strCache>
            </c:strRef>
          </c:cat>
          <c:val>
            <c:numRef>
              <c:f>Sheet1!$H$2:$H$11</c:f>
              <c:numCache>
                <c:formatCode>General</c:formatCode>
                <c:ptCount val="10"/>
                <c:pt idx="0">
                  <c:v>58</c:v>
                </c:pt>
                <c:pt idx="1">
                  <c:v>68</c:v>
                </c:pt>
                <c:pt idx="2">
                  <c:v>73</c:v>
                </c:pt>
                <c:pt idx="3">
                  <c:v>80</c:v>
                </c:pt>
                <c:pt idx="4">
                  <c:v>73</c:v>
                </c:pt>
                <c:pt idx="5">
                  <c:v>55</c:v>
                </c:pt>
                <c:pt idx="6">
                  <c:v>72</c:v>
                </c:pt>
                <c:pt idx="7">
                  <c:v>63</c:v>
                </c:pt>
                <c:pt idx="8">
                  <c:v>55</c:v>
                </c:pt>
                <c:pt idx="9">
                  <c:v>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227394"/>
        <c:axId val="683612831"/>
      </c:barChart>
      <c:catAx>
        <c:axId val="1122739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83612831"/>
        <c:crosses val="autoZero"/>
        <c:auto val="1"/>
        <c:lblAlgn val="ctr"/>
        <c:lblOffset val="100"/>
        <c:noMultiLvlLbl val="0"/>
      </c:catAx>
      <c:valAx>
        <c:axId val="683612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22739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/>
        </p:nvGraphicFramePr>
        <p:xfrm>
          <a:off x="2921000" y="1047750"/>
          <a:ext cx="63500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ZGVlNWY1MzNjMDllZmIzM2Q1NDYwYzRmMDBlMGQ2NT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</cp:lastModifiedBy>
  <cp:revision>152</cp:revision>
  <dcterms:created xsi:type="dcterms:W3CDTF">2026-09-01T07:11:25Z</dcterms:created>
  <dcterms:modified xsi:type="dcterms:W3CDTF">2026-09-01T07:11:25Z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>C5EC7BCA1EDE4F56A8BC7965057C9972</vt:lpwstr>
  </property>
</Properties>
</file>