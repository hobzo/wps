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/>
        </p:nvGraphicFramePr>
        <p:xfrm>
          <a:off x="1828800" y="1333500"/>
          <a:ext cx="8534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381000">
                <a:tc grid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2022级学生期末成绩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 hMerge="1">
                  <a:tcPr marL="12700" marR="12700" marT="12700" vert="horz" anchor="b" anchorCtr="0"/>
                </a:tc>
                <a:tc hMerge="1">
                  <a:tcPr marL="12700" marR="12700" marT="12700" vert="horz" anchor="b" anchorCtr="0"/>
                </a:tc>
                <a:tc hMerge="1">
                  <a:tcPr marL="12700" marR="12700" marT="12700" vert="horz" anchor="b" anchorCtr="0"/>
                </a:tc>
                <a:tc hMerge="1">
                  <a:tcPr marL="12700" marR="12700" marT="12700" vert="horz" anchor="b" anchorCtr="0"/>
                </a:tc>
                <a:tc hMerge="1">
                  <a:tcPr marL="12700" marR="12700" marT="12700" vert="horz" anchor="b" anchorCtr="0"/>
                </a:tc>
                <a:tc hMerge="1">
                  <a:tcPr marL="12700" marR="12700" marT="12700" vert="horz" anchor="b" anchorCtr="0"/>
                </a:tc>
                <a:tc hMerge="1">
                  <a:tcPr marL="12700" marR="12700" marT="12700" vert="horz" anchor="b" anchorCtr="0"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学号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姓名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班级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英语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语文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高等数学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计算机基础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体育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930302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刘昌明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一班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66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930303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叶凯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一班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77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930304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张超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一班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930305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斯宝玉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一班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66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930306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董伟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二班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77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930307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舒跃进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二班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45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930308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殷锡根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二班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930309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博勒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三班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930310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吴进录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三班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</a:tr>
              <a:tr h="3810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930311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陆蔚兰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三班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56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b" anchorCtr="0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ZGVlNWY1MzNjMDllZmIzM2Q1NDYwYzRmMDBlMGQ2NTU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WPS 演示</Application>
  <PresentationFormat>宽屏</PresentationFormat>
  <Paragraphs>192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</cp:lastModifiedBy>
  <cp:revision>152</cp:revision>
  <dcterms:created xsi:type="dcterms:W3CDTF">2026-09-01T07:13:55Z</dcterms:created>
  <dcterms:modified xsi:type="dcterms:W3CDTF">2026-09-01T07:13:55Z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>C5EC7BCA1EDE4F56A8BC7965057C9972</vt:lpwstr>
  </property>
</Properties>
</file>