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707" r:id="rId3"/>
  </p:sldMasterIdLst>
  <p:notesMasterIdLst>
    <p:notesMasterId r:id="rId5"/>
  </p:notesMasterIdLst>
  <p:handoutMasterIdLst>
    <p:handoutMasterId r:id="rId52"/>
  </p:handoutMasterIdLst>
  <p:sldIdLst>
    <p:sldId id="257" r:id="rId4"/>
    <p:sldId id="258"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5" r:id="rId51"/>
  </p:sldIdLst>
  <p:sldSz cx="12192000" cy="6858000"/>
  <p:notesSz cx="7103745" cy="10234295"/>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7" Type="http://schemas.openxmlformats.org/officeDocument/2006/relationships/tags" Target="tags/tag451.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
            </p:custDataLst>
          </p:nvPr>
        </p:nvSpPr>
        <p:spPr/>
        <p:txBody>
          <a:bodyPr/>
          <a:lstStyle/>
          <a:p>
            <a:endParaRPr lang="zh-CN" altLang="en-US" dirty="0"/>
          </a:p>
        </p:txBody>
      </p:sp>
      <p:sp>
        <p:nvSpPr>
          <p:cNvPr id="18" name="灯片编号占位符 17"/>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结束">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标准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14540" y="6314400"/>
            <a:ext cx="2700000" cy="316800"/>
          </a:xfrm>
        </p:spPr>
        <p:txBody>
          <a:bodyPr/>
          <a:lstStyle>
            <a:lvl1pPr>
              <a:defRPr sz="1200" b="1">
                <a:latin typeface="黑体" panose="02010609060101010101" charset="-122"/>
                <a:ea typeface="黑体" panose="02010609060101010101"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sz="1200" b="1">
                <a:latin typeface="黑体" panose="02010609060101010101" charset="-122"/>
                <a:ea typeface="黑体" panose="02010609060101010101" charset="-122"/>
              </a:defRPr>
            </a:lvl1pPr>
          </a:lstStyle>
          <a:p>
            <a:r>
              <a:rPr lang="zh-CN" altLang="en-US" dirty="0"/>
              <a:t>中国共产党</a:t>
            </a:r>
            <a:r>
              <a:rPr lang="zh-CN" altLang="en-US" dirty="0"/>
              <a:t>党史</a:t>
            </a:r>
            <a:endParaRPr lang="zh-CN" altLang="en-US" dirty="0"/>
          </a:p>
        </p:txBody>
      </p:sp>
      <p:sp>
        <p:nvSpPr>
          <p:cNvPr id="5" name="灯片编号占位符 4"/>
          <p:cNvSpPr>
            <a:spLocks noGrp="1"/>
          </p:cNvSpPr>
          <p:nvPr>
            <p:ph type="sldNum" sz="quarter" idx="12"/>
          </p:nvPr>
        </p:nvSpPr>
        <p:spPr/>
        <p:txBody>
          <a:bodyPr/>
          <a:lstStyle>
            <a:lvl1pPr>
              <a:defRPr sz="1200" b="1">
                <a:latin typeface="黑体" panose="02010609060101010101" charset="-122"/>
                <a:ea typeface="黑体" panose="02010609060101010101"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6" Type="http://schemas.openxmlformats.org/officeDocument/2006/relationships/theme" Target="../theme/theme1.xml"/><Relationship Id="rId65" Type="http://schemas.openxmlformats.org/officeDocument/2006/relationships/tags" Target="../tags/tag62.xml"/><Relationship Id="rId64" Type="http://schemas.openxmlformats.org/officeDocument/2006/relationships/tags" Target="../tags/tag61.xml"/><Relationship Id="rId63" Type="http://schemas.openxmlformats.org/officeDocument/2006/relationships/tags" Target="../tags/tag60.xml"/><Relationship Id="rId62" Type="http://schemas.openxmlformats.org/officeDocument/2006/relationships/tags" Target="../tags/tag59.xml"/><Relationship Id="rId61" Type="http://schemas.openxmlformats.org/officeDocument/2006/relationships/tags" Target="../tags/tag58.xml"/><Relationship Id="rId60" Type="http://schemas.openxmlformats.org/officeDocument/2006/relationships/tags" Target="../tags/tag57.xml"/><Relationship Id="rId6" Type="http://schemas.openxmlformats.org/officeDocument/2006/relationships/slideLayout" Target="../slideLayouts/slideLayout6.xml"/><Relationship Id="rId59" Type="http://schemas.openxmlformats.org/officeDocument/2006/relationships/image" Target="../media/image4.jpeg"/><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67.xml"/><Relationship Id="rId8" Type="http://schemas.openxmlformats.org/officeDocument/2006/relationships/slideLayout" Target="../slideLayouts/slideLayout66.xml"/><Relationship Id="rId7" Type="http://schemas.openxmlformats.org/officeDocument/2006/relationships/slideLayout" Target="../slideLayouts/slideLayout65.xml"/><Relationship Id="rId6" Type="http://schemas.openxmlformats.org/officeDocument/2006/relationships/slideLayout" Target="../slideLayouts/slideLayout64.xml"/><Relationship Id="rId5" Type="http://schemas.openxmlformats.org/officeDocument/2006/relationships/slideLayout" Target="../slideLayouts/slideLayout63.xml"/><Relationship Id="rId4" Type="http://schemas.openxmlformats.org/officeDocument/2006/relationships/slideLayout" Target="../slideLayouts/slideLayout62.xml"/><Relationship Id="rId3" Type="http://schemas.openxmlformats.org/officeDocument/2006/relationships/slideLayout" Target="../slideLayouts/slideLayout61.xml"/><Relationship Id="rId2" Type="http://schemas.openxmlformats.org/officeDocument/2006/relationships/slideLayout" Target="../slideLayouts/slideLayout60.xml"/><Relationship Id="rId18" Type="http://schemas.openxmlformats.org/officeDocument/2006/relationships/theme" Target="../theme/theme2.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slideLayout" Target="../slideLayouts/slideLayout69.xml"/><Relationship Id="rId10" Type="http://schemas.openxmlformats.org/officeDocument/2006/relationships/slideLayout" Target="../slideLayouts/slideLayout68.xml"/><Relationship Id="rId1"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59"/>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60"/>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1"/>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62"/>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6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r>
              <a:rPr lang="zh-CN" altLang="en-US" dirty="0"/>
              <a:t>中国共产党</a:t>
            </a:r>
            <a:r>
              <a:rPr lang="zh-CN" altLang="en-US" dirty="0"/>
              <a:t>党史</a:t>
            </a:r>
            <a:endParaRPr lang="zh-CN" altLang="en-US" dirty="0"/>
          </a:p>
        </p:txBody>
      </p:sp>
      <p:sp>
        <p:nvSpPr>
          <p:cNvPr id="6" name="灯片编号占位符 5"/>
          <p:cNvSpPr>
            <a:spLocks noGrp="1"/>
          </p:cNvSpPr>
          <p:nvPr>
            <p:ph type="sldNum" sz="quarter" idx="4"/>
            <p:custDataLst>
              <p:tags r:id="rId64"/>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6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4" Type="http://schemas.openxmlformats.org/officeDocument/2006/relationships/notesSlide" Target="../notesSlides/notesSlide2.xml"/><Relationship Id="rId13" Type="http://schemas.openxmlformats.org/officeDocument/2006/relationships/slideLayout" Target="../slideLayouts/slideLayout12.xml"/><Relationship Id="rId12" Type="http://schemas.openxmlformats.org/officeDocument/2006/relationships/tags" Target="../tags/tag140.xml"/><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tags" Target="../tags/tag129.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3.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4.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0" Type="http://schemas.openxmlformats.org/officeDocument/2006/relationships/slideLayout" Target="../slideLayouts/slideLayout14.xml"/><Relationship Id="rId1" Type="http://schemas.openxmlformats.org/officeDocument/2006/relationships/tags" Target="../tags/tag146.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5.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6.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7.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0.xml"/><Relationship Id="rId5" Type="http://schemas.openxmlformats.org/officeDocument/2006/relationships/tags" Target="../tags/tag184.xml"/><Relationship Id="rId4" Type="http://schemas.openxmlformats.org/officeDocument/2006/relationships/tags" Target="../tags/tag183.xml"/><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s>
</file>

<file path=ppt/slides/_rels/slide11.xml.rels><?xml version="1.0" encoding="UTF-8" standalone="yes"?>
<Relationships xmlns="http://schemas.openxmlformats.org/package/2006/relationships"><Relationship Id="rId9" Type="http://schemas.openxmlformats.org/officeDocument/2006/relationships/tags" Target="../tags/tag193.xml"/><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1" Type="http://schemas.openxmlformats.org/officeDocument/2006/relationships/slideLayout" Target="../slideLayouts/slideLayout21.xml"/><Relationship Id="rId10" Type="http://schemas.openxmlformats.org/officeDocument/2006/relationships/tags" Target="../tags/tag194.xml"/><Relationship Id="rId1" Type="http://schemas.openxmlformats.org/officeDocument/2006/relationships/tags" Target="../tags/tag185.xml"/></Relationships>
</file>

<file path=ppt/slides/_rels/slide12.xml.rels><?xml version="1.0" encoding="UTF-8" standalone="yes"?>
<Relationships xmlns="http://schemas.openxmlformats.org/package/2006/relationships"><Relationship Id="rId9" Type="http://schemas.openxmlformats.org/officeDocument/2006/relationships/tags" Target="../tags/tag203.xml"/><Relationship Id="rId8" Type="http://schemas.openxmlformats.org/officeDocument/2006/relationships/tags" Target="../tags/tag202.xml"/><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1" Type="http://schemas.openxmlformats.org/officeDocument/2006/relationships/slideLayout" Target="../slideLayouts/slideLayout22.xml"/><Relationship Id="rId10" Type="http://schemas.openxmlformats.org/officeDocument/2006/relationships/tags" Target="../tags/tag204.xml"/><Relationship Id="rId1" Type="http://schemas.openxmlformats.org/officeDocument/2006/relationships/tags" Target="../tags/tag195.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3.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s>
</file>

<file path=ppt/slides/_rels/slide14.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tags" Target="../tags/tag212.xml"/><Relationship Id="rId2" Type="http://schemas.openxmlformats.org/officeDocument/2006/relationships/tags" Target="../tags/tag211.xml"/><Relationship Id="rId11" Type="http://schemas.openxmlformats.org/officeDocument/2006/relationships/slideLayout" Target="../slideLayouts/slideLayout24.xml"/><Relationship Id="rId10" Type="http://schemas.openxmlformats.org/officeDocument/2006/relationships/tags" Target="../tags/tag219.xml"/><Relationship Id="rId1" Type="http://schemas.openxmlformats.org/officeDocument/2006/relationships/tags" Target="../tags/tag210.xml"/></Relationships>
</file>

<file path=ppt/slides/_rels/slide15.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1" Type="http://schemas.openxmlformats.org/officeDocument/2006/relationships/slideLayout" Target="../slideLayouts/slideLayout25.xml"/><Relationship Id="rId10" Type="http://schemas.openxmlformats.org/officeDocument/2006/relationships/tags" Target="../tags/tag229.xml"/><Relationship Id="rId1" Type="http://schemas.openxmlformats.org/officeDocument/2006/relationships/tags" Target="../tags/tag220.xml"/></Relationships>
</file>

<file path=ppt/slides/_rels/slide16.xml.rels><?xml version="1.0" encoding="UTF-8" standalone="yes"?>
<Relationships xmlns="http://schemas.openxmlformats.org/package/2006/relationships"><Relationship Id="rId9" Type="http://schemas.openxmlformats.org/officeDocument/2006/relationships/tags" Target="../tags/tag238.xml"/><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 Type="http://schemas.openxmlformats.org/officeDocument/2006/relationships/tags" Target="../tags/tag231.xml"/><Relationship Id="rId11" Type="http://schemas.openxmlformats.org/officeDocument/2006/relationships/slideLayout" Target="../slideLayouts/slideLayout26.xml"/><Relationship Id="rId10" Type="http://schemas.openxmlformats.org/officeDocument/2006/relationships/tags" Target="../tags/tag239.xml"/><Relationship Id="rId1" Type="http://schemas.openxmlformats.org/officeDocument/2006/relationships/tags" Target="../tags/tag230.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7.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9.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s>
</file>

<file path=ppt/slides/_rels/slide20.xml.rels><?xml version="1.0" encoding="UTF-8" standalone="yes"?>
<Relationships xmlns="http://schemas.openxmlformats.org/package/2006/relationships"><Relationship Id="rId9" Type="http://schemas.openxmlformats.org/officeDocument/2006/relationships/tags" Target="../tags/tag263.xml"/><Relationship Id="rId8" Type="http://schemas.openxmlformats.org/officeDocument/2006/relationships/tags" Target="../tags/tag262.xml"/><Relationship Id="rId7" Type="http://schemas.openxmlformats.org/officeDocument/2006/relationships/tags" Target="../tags/tag261.xml"/><Relationship Id="rId6" Type="http://schemas.openxmlformats.org/officeDocument/2006/relationships/tags" Target="../tags/tag260.xml"/><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tags" Target="../tags/tag256.xml"/><Relationship Id="rId11" Type="http://schemas.openxmlformats.org/officeDocument/2006/relationships/slideLayout" Target="../slideLayouts/slideLayout30.xml"/><Relationship Id="rId10" Type="http://schemas.openxmlformats.org/officeDocument/2006/relationships/tags" Target="../tags/tag264.xml"/><Relationship Id="rId1" Type="http://schemas.openxmlformats.org/officeDocument/2006/relationships/tags" Target="../tags/tag255.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31.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 Type="http://schemas.openxmlformats.org/officeDocument/2006/relationships/tags" Target="../tags/tag266.xml"/><Relationship Id="rId1" Type="http://schemas.openxmlformats.org/officeDocument/2006/relationships/tags" Target="../tags/tag265.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32.xml"/><Relationship Id="rId5" Type="http://schemas.openxmlformats.org/officeDocument/2006/relationships/tags" Target="../tags/tag274.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33.xml"/><Relationship Id="rId5" Type="http://schemas.openxmlformats.org/officeDocument/2006/relationships/tags" Target="../tags/tag279.xml"/><Relationship Id="rId4" Type="http://schemas.openxmlformats.org/officeDocument/2006/relationships/tags" Target="../tags/tag278.xml"/><Relationship Id="rId3" Type="http://schemas.openxmlformats.org/officeDocument/2006/relationships/tags" Target="../tags/tag277.xml"/><Relationship Id="rId2" Type="http://schemas.openxmlformats.org/officeDocument/2006/relationships/tags" Target="../tags/tag276.xml"/><Relationship Id="rId1" Type="http://schemas.openxmlformats.org/officeDocument/2006/relationships/tags" Target="../tags/tag275.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34.xml"/><Relationship Id="rId5" Type="http://schemas.openxmlformats.org/officeDocument/2006/relationships/tags" Target="../tags/tag284.xml"/><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tags" Target="../tags/tag280.xml"/></Relationships>
</file>

<file path=ppt/slides/_rels/slide25.xml.rels><?xml version="1.0" encoding="UTF-8" standalone="yes"?>
<Relationships xmlns="http://schemas.openxmlformats.org/package/2006/relationships"><Relationship Id="rId9" Type="http://schemas.openxmlformats.org/officeDocument/2006/relationships/tags" Target="../tags/tag293.xml"/><Relationship Id="rId8" Type="http://schemas.openxmlformats.org/officeDocument/2006/relationships/tags" Target="../tags/tag292.xml"/><Relationship Id="rId7" Type="http://schemas.openxmlformats.org/officeDocument/2006/relationships/tags" Target="../tags/tag291.xml"/><Relationship Id="rId6" Type="http://schemas.openxmlformats.org/officeDocument/2006/relationships/tags" Target="../tags/tag290.xml"/><Relationship Id="rId5" Type="http://schemas.openxmlformats.org/officeDocument/2006/relationships/tags" Target="../tags/tag289.xml"/><Relationship Id="rId4" Type="http://schemas.openxmlformats.org/officeDocument/2006/relationships/tags" Target="../tags/tag288.xml"/><Relationship Id="rId3" Type="http://schemas.openxmlformats.org/officeDocument/2006/relationships/tags" Target="../tags/tag287.xml"/><Relationship Id="rId2" Type="http://schemas.openxmlformats.org/officeDocument/2006/relationships/tags" Target="../tags/tag286.xml"/><Relationship Id="rId11" Type="http://schemas.openxmlformats.org/officeDocument/2006/relationships/slideLayout" Target="../slideLayouts/slideLayout35.xml"/><Relationship Id="rId10" Type="http://schemas.openxmlformats.org/officeDocument/2006/relationships/tags" Target="../tags/tag294.xml"/><Relationship Id="rId1" Type="http://schemas.openxmlformats.org/officeDocument/2006/relationships/tags" Target="../tags/tag285.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36.xml"/><Relationship Id="rId5" Type="http://schemas.openxmlformats.org/officeDocument/2006/relationships/tags" Target="../tags/tag299.xml"/><Relationship Id="rId4" Type="http://schemas.openxmlformats.org/officeDocument/2006/relationships/tags" Target="../tags/tag298.xml"/><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tags" Target="../tags/tag295.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37.xml"/><Relationship Id="rId4" Type="http://schemas.openxmlformats.org/officeDocument/2006/relationships/tags" Target="../tags/tag303.xml"/><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tags" Target="../tags/tag300.xml"/></Relationships>
</file>

<file path=ppt/slides/_rels/slide28.xml.rels><?xml version="1.0" encoding="UTF-8" standalone="yes"?>
<Relationships xmlns="http://schemas.openxmlformats.org/package/2006/relationships"><Relationship Id="rId9" Type="http://schemas.openxmlformats.org/officeDocument/2006/relationships/tags" Target="../tags/tag312.xml"/><Relationship Id="rId8" Type="http://schemas.openxmlformats.org/officeDocument/2006/relationships/tags" Target="../tags/tag311.xml"/><Relationship Id="rId7" Type="http://schemas.openxmlformats.org/officeDocument/2006/relationships/tags" Target="../tags/tag310.xml"/><Relationship Id="rId6" Type="http://schemas.openxmlformats.org/officeDocument/2006/relationships/tags" Target="../tags/tag309.xml"/><Relationship Id="rId5" Type="http://schemas.openxmlformats.org/officeDocument/2006/relationships/tags" Target="../tags/tag308.xml"/><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1" Type="http://schemas.openxmlformats.org/officeDocument/2006/relationships/slideLayout" Target="../slideLayouts/slideLayout38.xml"/><Relationship Id="rId10" Type="http://schemas.openxmlformats.org/officeDocument/2006/relationships/tags" Target="../tags/tag313.xml"/><Relationship Id="rId1" Type="http://schemas.openxmlformats.org/officeDocument/2006/relationships/tags" Target="../tags/tag304.xml"/></Relationships>
</file>

<file path=ppt/slides/_rels/slide29.xml.rels><?xml version="1.0" encoding="UTF-8" standalone="yes"?>
<Relationships xmlns="http://schemas.openxmlformats.org/package/2006/relationships"><Relationship Id="rId9" Type="http://schemas.openxmlformats.org/officeDocument/2006/relationships/tags" Target="../tags/tag322.xml"/><Relationship Id="rId8" Type="http://schemas.openxmlformats.org/officeDocument/2006/relationships/tags" Target="../tags/tag321.xml"/><Relationship Id="rId7" Type="http://schemas.openxmlformats.org/officeDocument/2006/relationships/tags" Target="../tags/tag320.xml"/><Relationship Id="rId6" Type="http://schemas.openxmlformats.org/officeDocument/2006/relationships/tags" Target="../tags/tag319.xml"/><Relationship Id="rId5" Type="http://schemas.openxmlformats.org/officeDocument/2006/relationships/tags" Target="../tags/tag318.xml"/><Relationship Id="rId4" Type="http://schemas.openxmlformats.org/officeDocument/2006/relationships/tags" Target="../tags/tag317.xml"/><Relationship Id="rId3" Type="http://schemas.openxmlformats.org/officeDocument/2006/relationships/tags" Target="../tags/tag316.xml"/><Relationship Id="rId2" Type="http://schemas.openxmlformats.org/officeDocument/2006/relationships/tags" Target="../tags/tag315.xml"/><Relationship Id="rId11" Type="http://schemas.openxmlformats.org/officeDocument/2006/relationships/slideLayout" Target="../slideLayouts/slideLayout39.xml"/><Relationship Id="rId10" Type="http://schemas.openxmlformats.org/officeDocument/2006/relationships/tags" Target="../tags/tag323.xml"/><Relationship Id="rId1" Type="http://schemas.openxmlformats.org/officeDocument/2006/relationships/tags" Target="../tags/tag314.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40.xml"/><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tags" Target="../tags/tag326.xml"/><Relationship Id="rId2" Type="http://schemas.openxmlformats.org/officeDocument/2006/relationships/tags" Target="../tags/tag325.xml"/><Relationship Id="rId1" Type="http://schemas.openxmlformats.org/officeDocument/2006/relationships/tags" Target="../tags/tag324.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41.xml"/><Relationship Id="rId5" Type="http://schemas.openxmlformats.org/officeDocument/2006/relationships/tags" Target="../tags/tag333.xml"/><Relationship Id="rId4" Type="http://schemas.openxmlformats.org/officeDocument/2006/relationships/tags" Target="../tags/tag332.xml"/><Relationship Id="rId3" Type="http://schemas.openxmlformats.org/officeDocument/2006/relationships/tags" Target="../tags/tag331.xml"/><Relationship Id="rId2" Type="http://schemas.openxmlformats.org/officeDocument/2006/relationships/tags" Target="../tags/tag330.xml"/><Relationship Id="rId1" Type="http://schemas.openxmlformats.org/officeDocument/2006/relationships/tags" Target="../tags/tag329.xml"/></Relationships>
</file>

<file path=ppt/slides/_rels/slide32.xml.rels><?xml version="1.0" encoding="UTF-8" standalone="yes"?>
<Relationships xmlns="http://schemas.openxmlformats.org/package/2006/relationships"><Relationship Id="rId9" Type="http://schemas.openxmlformats.org/officeDocument/2006/relationships/tags" Target="../tags/tag342.xml"/><Relationship Id="rId8" Type="http://schemas.openxmlformats.org/officeDocument/2006/relationships/tags" Target="../tags/tag341.xml"/><Relationship Id="rId7" Type="http://schemas.openxmlformats.org/officeDocument/2006/relationships/tags" Target="../tags/tag340.xml"/><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1" Type="http://schemas.openxmlformats.org/officeDocument/2006/relationships/slideLayout" Target="../slideLayouts/slideLayout42.xml"/><Relationship Id="rId10" Type="http://schemas.openxmlformats.org/officeDocument/2006/relationships/tags" Target="../tags/tag343.xml"/><Relationship Id="rId1" Type="http://schemas.openxmlformats.org/officeDocument/2006/relationships/tags" Target="../tags/tag334.xml"/></Relationships>
</file>

<file path=ppt/slides/_rels/slide33.xml.rels><?xml version="1.0" encoding="UTF-8" standalone="yes"?>
<Relationships xmlns="http://schemas.openxmlformats.org/package/2006/relationships"><Relationship Id="rId9" Type="http://schemas.openxmlformats.org/officeDocument/2006/relationships/tags" Target="../tags/tag352.xml"/><Relationship Id="rId8" Type="http://schemas.openxmlformats.org/officeDocument/2006/relationships/tags" Target="../tags/tag351.xml"/><Relationship Id="rId7" Type="http://schemas.openxmlformats.org/officeDocument/2006/relationships/tags" Target="../tags/tag350.xml"/><Relationship Id="rId6" Type="http://schemas.openxmlformats.org/officeDocument/2006/relationships/tags" Target="../tags/tag349.xml"/><Relationship Id="rId5" Type="http://schemas.openxmlformats.org/officeDocument/2006/relationships/tags" Target="../tags/tag348.xml"/><Relationship Id="rId4" Type="http://schemas.openxmlformats.org/officeDocument/2006/relationships/tags" Target="../tags/tag347.xml"/><Relationship Id="rId3" Type="http://schemas.openxmlformats.org/officeDocument/2006/relationships/tags" Target="../tags/tag346.xml"/><Relationship Id="rId2" Type="http://schemas.openxmlformats.org/officeDocument/2006/relationships/tags" Target="../tags/tag345.xml"/><Relationship Id="rId11" Type="http://schemas.openxmlformats.org/officeDocument/2006/relationships/slideLayout" Target="../slideLayouts/slideLayout43.xml"/><Relationship Id="rId10" Type="http://schemas.openxmlformats.org/officeDocument/2006/relationships/tags" Target="../tags/tag353.xml"/><Relationship Id="rId1" Type="http://schemas.openxmlformats.org/officeDocument/2006/relationships/tags" Target="../tags/tag344.xml"/></Relationships>
</file>

<file path=ppt/slides/_rels/slide34.xml.rels><?xml version="1.0" encoding="UTF-8" standalone="yes"?>
<Relationships xmlns="http://schemas.openxmlformats.org/package/2006/relationships"><Relationship Id="rId9" Type="http://schemas.openxmlformats.org/officeDocument/2006/relationships/tags" Target="../tags/tag362.xml"/><Relationship Id="rId8" Type="http://schemas.openxmlformats.org/officeDocument/2006/relationships/tags" Target="../tags/tag361.xml"/><Relationship Id="rId7" Type="http://schemas.openxmlformats.org/officeDocument/2006/relationships/tags" Target="../tags/tag360.xml"/><Relationship Id="rId6" Type="http://schemas.openxmlformats.org/officeDocument/2006/relationships/tags" Target="../tags/tag359.xml"/><Relationship Id="rId5" Type="http://schemas.openxmlformats.org/officeDocument/2006/relationships/tags" Target="../tags/tag358.xml"/><Relationship Id="rId4" Type="http://schemas.openxmlformats.org/officeDocument/2006/relationships/tags" Target="../tags/tag357.xml"/><Relationship Id="rId3" Type="http://schemas.openxmlformats.org/officeDocument/2006/relationships/tags" Target="../tags/tag356.xml"/><Relationship Id="rId2" Type="http://schemas.openxmlformats.org/officeDocument/2006/relationships/tags" Target="../tags/tag355.xml"/><Relationship Id="rId11" Type="http://schemas.openxmlformats.org/officeDocument/2006/relationships/slideLayout" Target="../slideLayouts/slideLayout44.xml"/><Relationship Id="rId10" Type="http://schemas.openxmlformats.org/officeDocument/2006/relationships/tags" Target="../tags/tag363.xml"/><Relationship Id="rId1" Type="http://schemas.openxmlformats.org/officeDocument/2006/relationships/tags" Target="../tags/tag354.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45.xml"/><Relationship Id="rId5" Type="http://schemas.openxmlformats.org/officeDocument/2006/relationships/tags" Target="../tags/tag368.xml"/><Relationship Id="rId4" Type="http://schemas.openxmlformats.org/officeDocument/2006/relationships/tags" Target="../tags/tag367.xml"/><Relationship Id="rId3" Type="http://schemas.openxmlformats.org/officeDocument/2006/relationships/tags" Target="../tags/tag366.xml"/><Relationship Id="rId2" Type="http://schemas.openxmlformats.org/officeDocument/2006/relationships/tags" Target="../tags/tag365.xml"/><Relationship Id="rId1" Type="http://schemas.openxmlformats.org/officeDocument/2006/relationships/tags" Target="../tags/tag364.xml"/></Relationships>
</file>

<file path=ppt/slides/_rels/slide36.xml.rels><?xml version="1.0" encoding="UTF-8" standalone="yes"?>
<Relationships xmlns="http://schemas.openxmlformats.org/package/2006/relationships"><Relationship Id="rId9" Type="http://schemas.openxmlformats.org/officeDocument/2006/relationships/tags" Target="../tags/tag377.xml"/><Relationship Id="rId8" Type="http://schemas.openxmlformats.org/officeDocument/2006/relationships/tags" Target="../tags/tag376.xml"/><Relationship Id="rId7" Type="http://schemas.openxmlformats.org/officeDocument/2006/relationships/tags" Target="../tags/tag375.xml"/><Relationship Id="rId6" Type="http://schemas.openxmlformats.org/officeDocument/2006/relationships/tags" Target="../tags/tag374.xml"/><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0" Type="http://schemas.openxmlformats.org/officeDocument/2006/relationships/slideLayout" Target="../slideLayouts/slideLayout46.xml"/><Relationship Id="rId1" Type="http://schemas.openxmlformats.org/officeDocument/2006/relationships/tags" Target="../tags/tag369.xml"/></Relationships>
</file>

<file path=ppt/slides/_rels/slide37.xml.rels><?xml version="1.0" encoding="UTF-8" standalone="yes"?>
<Relationships xmlns="http://schemas.openxmlformats.org/package/2006/relationships"><Relationship Id="rId9" Type="http://schemas.openxmlformats.org/officeDocument/2006/relationships/tags" Target="../tags/tag386.xml"/><Relationship Id="rId8" Type="http://schemas.openxmlformats.org/officeDocument/2006/relationships/tags" Target="../tags/tag385.xml"/><Relationship Id="rId7" Type="http://schemas.openxmlformats.org/officeDocument/2006/relationships/tags" Target="../tags/tag384.xml"/><Relationship Id="rId6" Type="http://schemas.openxmlformats.org/officeDocument/2006/relationships/tags" Target="../tags/tag383.xml"/><Relationship Id="rId5" Type="http://schemas.openxmlformats.org/officeDocument/2006/relationships/tags" Target="../tags/tag382.xml"/><Relationship Id="rId4" Type="http://schemas.openxmlformats.org/officeDocument/2006/relationships/tags" Target="../tags/tag381.xml"/><Relationship Id="rId3" Type="http://schemas.openxmlformats.org/officeDocument/2006/relationships/tags" Target="../tags/tag380.xml"/><Relationship Id="rId2" Type="http://schemas.openxmlformats.org/officeDocument/2006/relationships/tags" Target="../tags/tag379.xml"/><Relationship Id="rId10" Type="http://schemas.openxmlformats.org/officeDocument/2006/relationships/slideLayout" Target="../slideLayouts/slideLayout47.xml"/><Relationship Id="rId1" Type="http://schemas.openxmlformats.org/officeDocument/2006/relationships/tags" Target="../tags/tag378.xml"/></Relationships>
</file>

<file path=ppt/slides/_rels/slide38.xml.rels><?xml version="1.0" encoding="UTF-8" standalone="yes"?>
<Relationships xmlns="http://schemas.openxmlformats.org/package/2006/relationships"><Relationship Id="rId9" Type="http://schemas.openxmlformats.org/officeDocument/2006/relationships/tags" Target="../tags/tag395.xml"/><Relationship Id="rId8" Type="http://schemas.openxmlformats.org/officeDocument/2006/relationships/tags" Target="../tags/tag394.xml"/><Relationship Id="rId7" Type="http://schemas.openxmlformats.org/officeDocument/2006/relationships/tags" Target="../tags/tag393.xml"/><Relationship Id="rId6" Type="http://schemas.openxmlformats.org/officeDocument/2006/relationships/tags" Target="../tags/tag392.xml"/><Relationship Id="rId5" Type="http://schemas.openxmlformats.org/officeDocument/2006/relationships/tags" Target="../tags/tag391.xml"/><Relationship Id="rId4" Type="http://schemas.openxmlformats.org/officeDocument/2006/relationships/tags" Target="../tags/tag390.xml"/><Relationship Id="rId3" Type="http://schemas.openxmlformats.org/officeDocument/2006/relationships/tags" Target="../tags/tag389.xml"/><Relationship Id="rId2" Type="http://schemas.openxmlformats.org/officeDocument/2006/relationships/tags" Target="../tags/tag388.xml"/><Relationship Id="rId10" Type="http://schemas.openxmlformats.org/officeDocument/2006/relationships/slideLayout" Target="../slideLayouts/slideLayout48.xml"/><Relationship Id="rId1" Type="http://schemas.openxmlformats.org/officeDocument/2006/relationships/tags" Target="../tags/tag387.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49.xml"/><Relationship Id="rId4" Type="http://schemas.openxmlformats.org/officeDocument/2006/relationships/tags" Target="../tags/tag399.xml"/><Relationship Id="rId3" Type="http://schemas.openxmlformats.org/officeDocument/2006/relationships/tags" Target="../tags/tag398.xml"/><Relationship Id="rId2" Type="http://schemas.openxmlformats.org/officeDocument/2006/relationships/tags" Target="../tags/tag397.xml"/><Relationship Id="rId1" Type="http://schemas.openxmlformats.org/officeDocument/2006/relationships/tags" Target="../tags/tag396.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50.xml"/><Relationship Id="rId4" Type="http://schemas.openxmlformats.org/officeDocument/2006/relationships/tags" Target="../tags/tag403.xml"/><Relationship Id="rId3" Type="http://schemas.openxmlformats.org/officeDocument/2006/relationships/tags" Target="../tags/tag402.xml"/><Relationship Id="rId2" Type="http://schemas.openxmlformats.org/officeDocument/2006/relationships/tags" Target="../tags/tag401.xml"/><Relationship Id="rId1" Type="http://schemas.openxmlformats.org/officeDocument/2006/relationships/tags" Target="../tags/tag400.xml"/></Relationships>
</file>

<file path=ppt/slides/_rels/slide41.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0" Type="http://schemas.openxmlformats.org/officeDocument/2006/relationships/slideLayout" Target="../slideLayouts/slideLayout51.xml"/><Relationship Id="rId1" Type="http://schemas.openxmlformats.org/officeDocument/2006/relationships/tags" Target="../tags/tag404.xml"/></Relationships>
</file>

<file path=ppt/slides/_rels/slide42.xml.rels><?xml version="1.0" encoding="UTF-8" standalone="yes"?>
<Relationships xmlns="http://schemas.openxmlformats.org/package/2006/relationships"><Relationship Id="rId9" Type="http://schemas.openxmlformats.org/officeDocument/2006/relationships/tags" Target="../tags/tag421.xml"/><Relationship Id="rId8" Type="http://schemas.openxmlformats.org/officeDocument/2006/relationships/tags" Target="../tags/tag420.xml"/><Relationship Id="rId7" Type="http://schemas.openxmlformats.org/officeDocument/2006/relationships/tags" Target="../tags/tag419.xml"/><Relationship Id="rId6" Type="http://schemas.openxmlformats.org/officeDocument/2006/relationships/tags" Target="../tags/tag418.xml"/><Relationship Id="rId5" Type="http://schemas.openxmlformats.org/officeDocument/2006/relationships/tags" Target="../tags/tag417.xml"/><Relationship Id="rId4" Type="http://schemas.openxmlformats.org/officeDocument/2006/relationships/tags" Target="../tags/tag416.xml"/><Relationship Id="rId3" Type="http://schemas.openxmlformats.org/officeDocument/2006/relationships/tags" Target="../tags/tag415.xml"/><Relationship Id="rId2" Type="http://schemas.openxmlformats.org/officeDocument/2006/relationships/tags" Target="../tags/tag414.xml"/><Relationship Id="rId10" Type="http://schemas.openxmlformats.org/officeDocument/2006/relationships/slideLayout" Target="../slideLayouts/slideLayout52.xml"/><Relationship Id="rId1" Type="http://schemas.openxmlformats.org/officeDocument/2006/relationships/tags" Target="../tags/tag413.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53.xml"/><Relationship Id="rId4" Type="http://schemas.openxmlformats.org/officeDocument/2006/relationships/tags" Target="../tags/tag425.xml"/><Relationship Id="rId3" Type="http://schemas.openxmlformats.org/officeDocument/2006/relationships/tags" Target="../tags/tag424.xml"/><Relationship Id="rId2" Type="http://schemas.openxmlformats.org/officeDocument/2006/relationships/tags" Target="../tags/tag423.xml"/><Relationship Id="rId1" Type="http://schemas.openxmlformats.org/officeDocument/2006/relationships/tags" Target="../tags/tag422.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54.xml"/><Relationship Id="rId5" Type="http://schemas.openxmlformats.org/officeDocument/2006/relationships/tags" Target="../tags/tag430.xml"/><Relationship Id="rId4" Type="http://schemas.openxmlformats.org/officeDocument/2006/relationships/tags" Target="../tags/tag429.xml"/><Relationship Id="rId3" Type="http://schemas.openxmlformats.org/officeDocument/2006/relationships/tags" Target="../tags/tag428.xml"/><Relationship Id="rId2" Type="http://schemas.openxmlformats.org/officeDocument/2006/relationships/tags" Target="../tags/tag427.xml"/><Relationship Id="rId1" Type="http://schemas.openxmlformats.org/officeDocument/2006/relationships/tags" Target="../tags/tag426.xml"/></Relationships>
</file>

<file path=ppt/slides/_rels/slide45.xml.rels><?xml version="1.0" encoding="UTF-8" standalone="yes"?>
<Relationships xmlns="http://schemas.openxmlformats.org/package/2006/relationships"><Relationship Id="rId9" Type="http://schemas.openxmlformats.org/officeDocument/2006/relationships/tags" Target="../tags/tag439.xml"/><Relationship Id="rId8" Type="http://schemas.openxmlformats.org/officeDocument/2006/relationships/tags" Target="../tags/tag438.xml"/><Relationship Id="rId7" Type="http://schemas.openxmlformats.org/officeDocument/2006/relationships/tags" Target="../tags/tag437.xml"/><Relationship Id="rId6" Type="http://schemas.openxmlformats.org/officeDocument/2006/relationships/tags" Target="../tags/tag436.xml"/><Relationship Id="rId5" Type="http://schemas.openxmlformats.org/officeDocument/2006/relationships/tags" Target="../tags/tag435.xml"/><Relationship Id="rId4" Type="http://schemas.openxmlformats.org/officeDocument/2006/relationships/tags" Target="../tags/tag434.xml"/><Relationship Id="rId3" Type="http://schemas.openxmlformats.org/officeDocument/2006/relationships/tags" Target="../tags/tag433.xml"/><Relationship Id="rId2" Type="http://schemas.openxmlformats.org/officeDocument/2006/relationships/tags" Target="../tags/tag432.xml"/><Relationship Id="rId10" Type="http://schemas.openxmlformats.org/officeDocument/2006/relationships/slideLayout" Target="../slideLayouts/slideLayout55.xml"/><Relationship Id="rId1" Type="http://schemas.openxmlformats.org/officeDocument/2006/relationships/tags" Target="../tags/tag431.xml"/></Relationships>
</file>

<file path=ppt/slides/_rels/slide46.xml.rels><?xml version="1.0" encoding="UTF-8" standalone="yes"?>
<Relationships xmlns="http://schemas.openxmlformats.org/package/2006/relationships"><Relationship Id="rId9" Type="http://schemas.openxmlformats.org/officeDocument/2006/relationships/tags" Target="../tags/tag448.xml"/><Relationship Id="rId8" Type="http://schemas.openxmlformats.org/officeDocument/2006/relationships/tags" Target="../tags/tag447.xml"/><Relationship Id="rId7" Type="http://schemas.openxmlformats.org/officeDocument/2006/relationships/tags" Target="../tags/tag446.xml"/><Relationship Id="rId6" Type="http://schemas.openxmlformats.org/officeDocument/2006/relationships/tags" Target="../tags/tag445.xml"/><Relationship Id="rId5" Type="http://schemas.openxmlformats.org/officeDocument/2006/relationships/tags" Target="../tags/tag444.xml"/><Relationship Id="rId4" Type="http://schemas.openxmlformats.org/officeDocument/2006/relationships/tags" Target="../tags/tag443.xml"/><Relationship Id="rId3" Type="http://schemas.openxmlformats.org/officeDocument/2006/relationships/tags" Target="../tags/tag442.xml"/><Relationship Id="rId2" Type="http://schemas.openxmlformats.org/officeDocument/2006/relationships/tags" Target="../tags/tag441.xml"/><Relationship Id="rId10" Type="http://schemas.openxmlformats.org/officeDocument/2006/relationships/slideLayout" Target="../slideLayouts/slideLayout56.xml"/><Relationship Id="rId1" Type="http://schemas.openxmlformats.org/officeDocument/2006/relationships/tags" Target="../tags/tag440.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1.xml"/><Relationship Id="rId2" Type="http://schemas.openxmlformats.org/officeDocument/2006/relationships/tags" Target="../tags/tag450.xml"/><Relationship Id="rId1" Type="http://schemas.openxmlformats.org/officeDocument/2006/relationships/tags" Target="../tags/tag4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中国共产党党史</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18" name="副标题 17"/>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897505" y="1515110"/>
            <a:ext cx="76200" cy="922655"/>
          </a:xfrm>
          <a:prstGeom prst="rect">
            <a:avLst/>
          </a:prstGeom>
          <a:solidFill>
            <a:schemeClr val="dk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cs typeface="微软雅黑" panose="020B0503020204020204" charset="-122"/>
            </a:endParaRPr>
          </a:p>
        </p:txBody>
      </p:sp>
      <p:sp>
        <p:nvSpPr>
          <p:cNvPr id="17" name="文本框 16"/>
          <p:cNvSpPr txBox="1"/>
          <p:nvPr>
            <p:custDataLst>
              <p:tags r:id="rId2"/>
            </p:custDataLst>
          </p:nvPr>
        </p:nvSpPr>
        <p:spPr>
          <a:xfrm>
            <a:off x="5768975" y="193611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3"/>
            </p:custDataLst>
          </p:nvPr>
        </p:nvSpPr>
        <p:spPr>
          <a:xfrm>
            <a:off x="5768975" y="294830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5768975" y="396049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5"/>
            </p:custDataLst>
          </p:nvPr>
        </p:nvSpPr>
        <p:spPr>
          <a:xfrm>
            <a:off x="5768975" y="497268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6"/>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7"/>
            </p:custDataLst>
          </p:nvPr>
        </p:nvSpPr>
        <p:spPr>
          <a:xfrm>
            <a:off x="1212215" y="1592262"/>
            <a:ext cx="1526540" cy="768350"/>
          </a:xfrm>
          <a:prstGeom prst="rect">
            <a:avLst/>
          </a:prstGeom>
          <a:noFill/>
        </p:spPr>
        <p:txBody>
          <a:bodyPr wrap="square" rtlCol="0">
            <a:normAutofit fontScale="90000"/>
          </a:bodyPr>
          <a:lstStyle/>
          <a:p>
            <a:pPr algn="r"/>
            <a:r>
              <a:rPr lang="zh-CN" altLang="en-US" sz="4375" b="1" spc="300">
                <a:solidFill>
                  <a:schemeClr val="dk1">
                    <a:lumMod val="85000"/>
                    <a:lumOff val="15000"/>
                  </a:schemeClr>
                </a:solidFill>
                <a:uFillTx/>
                <a:latin typeface="微软雅黑" panose="020B0503020204020204" charset="-122"/>
                <a:ea typeface="微软雅黑" panose="020B0503020204020204" charset="-122"/>
              </a:rPr>
              <a:t>目录</a:t>
            </a:r>
            <a:endParaRPr lang="zh-CN" altLang="en-US" sz="4375" b="1" spc="300">
              <a:solidFill>
                <a:schemeClr val="dk1">
                  <a:lumMod val="85000"/>
                  <a:lumOff val="15000"/>
                </a:schemeClr>
              </a:solidFill>
              <a:uFillTx/>
              <a:latin typeface="微软雅黑" panose="020B0503020204020204" charset="-122"/>
              <a:ea typeface="微软雅黑" panose="020B0503020204020204" charset="-122"/>
            </a:endParaRPr>
          </a:p>
        </p:txBody>
      </p:sp>
      <p:sp>
        <p:nvSpPr>
          <p:cNvPr id="14" name="文本框 13"/>
          <p:cNvSpPr txBox="1"/>
          <p:nvPr>
            <p:custDataLst>
              <p:tags r:id="rId8"/>
            </p:custDataLst>
          </p:nvPr>
        </p:nvSpPr>
        <p:spPr>
          <a:xfrm>
            <a:off x="6878956" y="206725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9"/>
            </p:custDataLst>
          </p:nvPr>
        </p:nvSpPr>
        <p:spPr>
          <a:xfrm>
            <a:off x="6878956" y="307944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0"/>
            </p:custDataLst>
          </p:nvPr>
        </p:nvSpPr>
        <p:spPr>
          <a:xfrm>
            <a:off x="6878956" y="409163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1"/>
            </p:custDataLst>
          </p:nvPr>
        </p:nvSpPr>
        <p:spPr>
          <a:xfrm>
            <a:off x="6878956" y="510382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新民主主义革命时期分为五个阶段：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14" name="文本占位符 13"/>
          <p:cNvSpPr>
            <a:spLocks noGrp="1"/>
          </p:cNvSpPr>
          <p:nvPr>
            <p:ph type="body" sz="quarter" idx="10"/>
          </p:nvPr>
        </p:nvSpPr>
        <p:spPr/>
        <p:txBody>
          <a:bodyPr/>
          <a:p>
            <a:endParaRPr lang="zh-CN" altLang="en-US"/>
          </a:p>
        </p:txBody>
      </p:sp>
      <p:sp>
        <p:nvSpPr>
          <p:cNvPr id="9" name="日期占位符 8"/>
          <p:cNvSpPr>
            <a:spLocks noGrp="1"/>
          </p:cNvSpPr>
          <p:nvPr>
            <p:ph type="dt" sz="half" idx="2"/>
          </p:nvPr>
        </p:nvSpPr>
        <p:spPr/>
        <p:txBody>
          <a:bodyPr/>
          <a:p>
            <a:fld id="{760FBDFE-C587-4B4C-A407-44438C67B59E}" type="datetime1">
              <a:rPr lang="zh-CN" altLang="en-US" smtClean="0"/>
            </a:fld>
            <a:endParaRPr lang="zh-CN" altLang="en-US"/>
          </a:p>
        </p:txBody>
      </p:sp>
      <p:sp>
        <p:nvSpPr>
          <p:cNvPr id="10" name="灯片编号占位符 9"/>
          <p:cNvSpPr>
            <a:spLocks noGrp="1"/>
          </p:cNvSpPr>
          <p:nvPr>
            <p:ph type="sldNum" sz="quarter" idx="4"/>
          </p:nvPr>
        </p:nvSpPr>
        <p:spPr/>
        <p:txBody>
          <a:bodyPr/>
          <a:p>
            <a:fld id="{49AE70B2-8BF9-45C0-BB95-33D1B9D3A854}" type="slidenum">
              <a:rPr lang="zh-CN" altLang="en-US" smtClean="0"/>
            </a:fld>
            <a:endParaRPr lang="zh-CN" altLang="en-US" dirty="0"/>
          </a:p>
        </p:txBody>
      </p:sp>
      <p:sp>
        <p:nvSpPr>
          <p:cNvPr id="13" name="页脚占位符 12"/>
          <p:cNvSpPr>
            <a:spLocks noGrp="1"/>
          </p:cNvSpPr>
          <p:nvPr>
            <p:ph type="ftr" sz="quarter" idx="3"/>
          </p:nvPr>
        </p:nvSpPr>
        <p:spPr/>
        <p:txBody>
          <a:bodyPr/>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26.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127.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128.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990_4*i*1"/>
  <p:tag name="KSO_WM_TEMPLATE_CATEGORY" val="custom"/>
  <p:tag name="KSO_WM_TEMPLATE_INDEX" val="20202990"/>
  <p:tag name="KSO_WM_UNIT_LAYERLEVEL" val="1"/>
  <p:tag name="KSO_WM_TAG_VERSION" val="1.0"/>
  <p:tag name="KSO_WM_BEAUTIFY_FLAG" val="#wm#"/>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135.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990_4*a*1"/>
  <p:tag name="KSO_WM_TEMPLATE_CATEGORY" val="custom"/>
  <p:tag name="KSO_WM_TEMPLATE_INDEX" val="20202990"/>
  <p:tag name="KSO_WM_UNIT_LAYERLEVEL" val="1"/>
  <p:tag name="KSO_WM_TAG_VERSION" val="1.0"/>
  <p:tag name="KSO_WM_BEAUTIFY_FLAG" val="#wm#"/>
  <p:tag name="KSO_WM_UNIT_PRESET_TEXT" val="目录"/>
  <p:tag name="KSO_WM_UNIT_TEXT_FILL_FORE_SCHEMECOLOR_INDEX_BRIGHTNESS" val="0.15"/>
  <p:tag name="KSO_WM_UNIT_TEXT_FILL_FORE_SCHEMECOLOR_INDEX" val="13"/>
  <p:tag name="KSO_WM_UNIT_TEXT_FILL_TYPE" val="1"/>
</p:tagLst>
</file>

<file path=ppt/tags/tag136.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37.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38.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39.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40.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141.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43.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45.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4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5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5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5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5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5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7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9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0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0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1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1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1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2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2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2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2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2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3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3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3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5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7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8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5.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97.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99.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0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0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0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1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3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4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4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4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5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5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5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6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64.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66.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68.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7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7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7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7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7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9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9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9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9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0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1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1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2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2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26.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28.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430.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3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3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3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3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3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4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4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4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4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4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49.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450.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451.xml><?xml version="1.0" encoding="utf-8"?>
<p:tagLst xmlns:p="http://schemas.openxmlformats.org/presentationml/2006/main">
  <p:tag name="COMMONDATA" val="eyJoZGlkIjoiZGVlNWY1MzNjMDllZmIzM2Q1NDYwYzRmMDBlMGQ2NTUifQ=="/>
</p:tagLst>
</file>

<file path=ppt/theme/theme1.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10538</Words>
  <Application>WPS 演示</Application>
  <PresentationFormat>宽屏</PresentationFormat>
  <Paragraphs>510</Paragraphs>
  <Slides>47</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47</vt:i4>
      </vt:variant>
    </vt:vector>
  </HeadingPairs>
  <TitlesOfParts>
    <vt:vector size="60" baseType="lpstr">
      <vt:lpstr>Arial</vt:lpstr>
      <vt:lpstr>宋体</vt:lpstr>
      <vt:lpstr>Wingdings</vt:lpstr>
      <vt:lpstr>Wingdings</vt:lpstr>
      <vt:lpstr>微软雅黑</vt:lpstr>
      <vt:lpstr>Segoe UI</vt:lpstr>
      <vt:lpstr>Arial Unicode MS</vt:lpstr>
      <vt:lpstr>Franklin Gothic Medium</vt:lpstr>
      <vt:lpstr>Franklin Gothic Book</vt:lpstr>
      <vt:lpstr>隶书</vt:lpstr>
      <vt:lpstr>黑体</vt:lpstr>
      <vt:lpstr>自定义设计方案</vt:lpstr>
      <vt:lpstr>1_自定义设计方案</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A</cp:lastModifiedBy>
  <cp:revision>16</cp:revision>
  <dcterms:created xsi:type="dcterms:W3CDTF">2026-08-27T09:04:53Z</dcterms:created>
  <dcterms:modified xsi:type="dcterms:W3CDTF">2026-08-27T09:04:53Z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