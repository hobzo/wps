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6"/>
  </p:notesMasterIdLst>
  <p:handoutMasterIdLst>
    <p:handoutMasterId r:id="rId7"/>
  </p:handoutMasterIdLst>
  <p:sldIdLst>
    <p:sldId id="256" r:id="rId4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中国共产党党史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Arial Black</vt:lpstr>
      <vt:lpstr>微软雅黑</vt:lpstr>
      <vt:lpstr>Office 主题​​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2026-08-27T08:51:01Z</dcterms:created>
  <dcterms:modified xsi:type="dcterms:W3CDTF">2026-08-27T08:51:01Z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