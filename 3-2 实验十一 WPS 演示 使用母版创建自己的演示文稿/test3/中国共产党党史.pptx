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707" r:id="rId3"/>
  </p:sldMasterIdLst>
  <p:notesMasterIdLst>
    <p:notesMasterId r:id="rId5"/>
  </p:notesMasterIdLst>
  <p:handoutMasterIdLst>
    <p:handoutMasterId r:id="rId52"/>
  </p:handoutMasterIdLst>
  <p:sldIdLst>
    <p:sldId id="257" r:id="rId4"/>
    <p:sldId id="258"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5" r:id="rId51"/>
  </p:sldIdLst>
  <p:sldSz cx="12192000" cy="6858000"/>
  <p:notesSz cx="7103745" cy="10234295"/>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115" d="100"/>
          <a:sy n="115" d="100"/>
        </p:scale>
        <p:origin x="588" y="102"/>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7" Type="http://schemas.openxmlformats.org/officeDocument/2006/relationships/tags" Target="tags/tag451.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准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sz="1200" b="1">
                <a:solidFill>
                  <a:schemeClr val="tx1"/>
                </a:solidFill>
                <a:latin typeface="楷体" panose="02010609060101010101" charset="-122"/>
                <a:ea typeface="楷体" panose="02010609060101010101" charset="-122"/>
              </a:defRPr>
            </a:lvl1pPr>
          </a:lstStyle>
          <a:p>
            <a:r>
              <a:rPr lang="zh-CN" altLang="en-US" smtClean="0"/>
              <a:t>2022-6-6</a:t>
            </a:r>
            <a:endParaRPr lang="zh-CN" altLang="en-US"/>
          </a:p>
        </p:txBody>
      </p:sp>
      <p:sp>
        <p:nvSpPr>
          <p:cNvPr id="4" name="页脚占位符 3"/>
          <p:cNvSpPr>
            <a:spLocks noGrp="1"/>
          </p:cNvSpPr>
          <p:nvPr>
            <p:ph type="ftr" sz="quarter" idx="11"/>
          </p:nvPr>
        </p:nvSpPr>
        <p:spPr/>
        <p:txBody>
          <a:bodyPr vert="horz" lIns="91440" tIns="45720" rIns="91440" bIns="45720" rtlCol="0" anchor="ctr">
            <a:normAutofit/>
          </a:bodyPr>
          <a:lstStyle>
            <a:lvl1pPr marL="0" marR="0" algn="l" defTabSz="914400" rtl="0" eaLnBrk="1" fontAlgn="auto" latinLnBrk="0" hangingPunct="1">
              <a:lnSpc>
                <a:spcPct val="100000"/>
              </a:lnSpc>
              <a:buClrTx/>
              <a:buSzTx/>
              <a:buFontTx/>
              <a:buNone/>
              <a:defRPr kumimoji="0" lang="zh-CN" altLang="en-US" sz="1200" b="1" i="0" u="none" strike="noStrike" kern="1200" cap="none" spc="0" normalizeH="0" baseline="0" noProof="1" smtClean="0">
                <a:solidFill>
                  <a:schemeClr val="tx1"/>
                </a:solidFill>
                <a:latin typeface="楷体" panose="02010609060101010101" charset="-122"/>
                <a:ea typeface="楷体" panose="02010609060101010101" charset="-122"/>
                <a:cs typeface="+mn-cs"/>
              </a:defRPr>
            </a:lvl1pPr>
          </a:lstStyle>
          <a:p>
            <a:pPr lvl="0"/>
            <a:r>
              <a:rPr>
                <a:sym typeface="+mn-ea"/>
              </a:rPr>
              <a:t>中国共产党党史</a:t>
            </a:r>
            <a:endParaRPr>
              <a:sym typeface="+mn-ea"/>
            </a:endParaRPr>
          </a:p>
        </p:txBody>
      </p:sp>
      <p:sp>
        <p:nvSpPr>
          <p:cNvPr id="5" name="灯片编号占位符 4"/>
          <p:cNvSpPr>
            <a:spLocks noGrp="1"/>
          </p:cNvSpPr>
          <p:nvPr>
            <p:ph type="sldNum" sz="quarter" idx="12"/>
          </p:nvPr>
        </p:nvSpPr>
        <p:spPr/>
        <p:txBody>
          <a:bodyPr vert="horz" lIns="91440" tIns="45720" rIns="91440" bIns="45720" rtlCol="0" anchor="ctr">
            <a:normAutofit/>
          </a:bodyPr>
          <a:lstStyle>
            <a:lvl1pPr marL="0" marR="0" lvl="0" algn="l" defTabSz="914400" rtl="0" eaLnBrk="1" fontAlgn="auto" latinLnBrk="0" hangingPunct="1">
              <a:lnSpc>
                <a:spcPct val="100000"/>
              </a:lnSpc>
              <a:buClrTx/>
              <a:buSzTx/>
              <a:buFontTx/>
              <a:buNone/>
              <a:defRPr kumimoji="0" lang="zh-CN" altLang="en-US" sz="1200" b="1" i="0" u="none" strike="noStrike" kern="1200" cap="none" spc="0" normalizeH="0" baseline="0" noProof="1" smtClean="0">
                <a:solidFill>
                  <a:schemeClr val="tx1"/>
                </a:solidFill>
                <a:latin typeface="楷体" panose="02010609060101010101" charset="-122"/>
                <a:ea typeface="楷体" panose="02010609060101010101" charset="-122"/>
                <a:cs typeface="+mn-cs"/>
                <a:sym typeface="+mn-ea"/>
              </a:defRPr>
            </a:lvl1pPr>
          </a:lstStyle>
          <a:p>
            <a:pPr lvl="0"/>
            <a:fld id="{9A0DB2DC-4C9A-4742-B13C-FB6460FD3503}" type="slidenum">
              <a:rPr>
                <a:sym typeface="+mn-ea"/>
              </a:rPr>
            </a:fld>
            <a:endParaRPr>
              <a:sym typeface="+mn-ea"/>
            </a:endParaRPr>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5"/>
            </p:custDataLst>
          </p:nvPr>
        </p:nvSpPr>
        <p:spPr/>
        <p:txBody>
          <a:bodyPr/>
          <a:lstStyle/>
          <a:p>
            <a:r>
              <a:rPr lang="zh-CN" altLang="en-US" smtClean="0"/>
              <a:t>2022-6-6</a:t>
            </a:r>
            <a:endParaRPr lang="zh-CN" altLang="en-US"/>
          </a:p>
        </p:txBody>
      </p:sp>
      <p:sp>
        <p:nvSpPr>
          <p:cNvPr id="17" name="页脚占位符 16"/>
          <p:cNvSpPr>
            <a:spLocks noGrp="1"/>
          </p:cNvSpPr>
          <p:nvPr>
            <p:ph type="ftr" sz="quarter" idx="11"/>
            <p:custDataLst>
              <p:tags r:id="rId6"/>
            </p:custDataLst>
          </p:nvPr>
        </p:nvSpPr>
        <p:spPr/>
        <p:txBody>
          <a:bodyPr/>
          <a:lstStyle/>
          <a:p>
            <a:r>
              <a:rPr lang="zh-CN" altLang="en-US" dirty="0"/>
              <a:t>中国共产党党史</a:t>
            </a:r>
            <a:endParaRPr lang="zh-CN" altLang="en-US" dirty="0"/>
          </a:p>
        </p:txBody>
      </p:sp>
      <p:sp>
        <p:nvSpPr>
          <p:cNvPr id="18" name="灯片编号占位符 17"/>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r>
              <a:rPr lang="zh-CN" altLang="en-US" smtClean="0"/>
              <a:t>2022-6-6</a:t>
            </a:r>
            <a:endParaRPr lang="zh-CN" altLang="en-US"/>
          </a:p>
        </p:txBody>
      </p:sp>
      <p:sp>
        <p:nvSpPr>
          <p:cNvPr id="5" name="页脚占位符 4"/>
          <p:cNvSpPr>
            <a:spLocks noGrp="1"/>
          </p:cNvSpPr>
          <p:nvPr>
            <p:ph type="ftr" sz="quarter" idx="11"/>
            <p:custDataLst>
              <p:tags r:id="rId5"/>
            </p:custDataLst>
          </p:nvPr>
        </p:nvSpPr>
        <p:spPr/>
        <p:txBody>
          <a:bodyPr/>
          <a:lstStyle/>
          <a:p>
            <a:r>
              <a:rPr lang="zh-CN" altLang="en-US"/>
              <a:t>中国共产党党史</a:t>
            </a:r>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r>
              <a:rPr lang="zh-CN" altLang="en-US" smtClean="0"/>
              <a:t>2022-6-6</a:t>
            </a:r>
            <a:endParaRPr lang="zh-CN" altLang="en-US"/>
          </a:p>
        </p:txBody>
      </p:sp>
      <p:sp>
        <p:nvSpPr>
          <p:cNvPr id="5" name="页脚占位符 4"/>
          <p:cNvSpPr>
            <a:spLocks noGrp="1"/>
          </p:cNvSpPr>
          <p:nvPr>
            <p:ph type="ftr" sz="quarter" idx="11"/>
            <p:custDataLst>
              <p:tags r:id="rId6"/>
            </p:custDataLst>
          </p:nvPr>
        </p:nvSpPr>
        <p:spPr/>
        <p:txBody>
          <a:bodyPr/>
          <a:lstStyle/>
          <a:p>
            <a:r>
              <a:rPr lang="zh-CN" altLang="en-US"/>
              <a:t>中国共产党党史</a:t>
            </a:r>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r>
              <a:rPr lang="zh-CN" altLang="en-US" smtClean="0"/>
              <a:t>2022-6-6</a:t>
            </a:r>
            <a:endParaRPr lang="zh-CN" altLang="en-US"/>
          </a:p>
        </p:txBody>
      </p:sp>
      <p:sp>
        <p:nvSpPr>
          <p:cNvPr id="6" name="页脚占位符 5"/>
          <p:cNvSpPr>
            <a:spLocks noGrp="1"/>
          </p:cNvSpPr>
          <p:nvPr>
            <p:ph type="ftr" sz="quarter" idx="11"/>
            <p:custDataLst>
              <p:tags r:id="rId6"/>
            </p:custDataLst>
          </p:nvPr>
        </p:nvSpPr>
        <p:spPr/>
        <p:txBody>
          <a:bodyPr/>
          <a:lstStyle/>
          <a:p>
            <a:r>
              <a:rPr lang="zh-CN" altLang="en-US"/>
              <a:t>中国共产党党史</a:t>
            </a:r>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r>
              <a:rPr lang="zh-CN" altLang="en-US" smtClean="0"/>
              <a:t>2022-6-6</a:t>
            </a:r>
            <a:endParaRPr lang="zh-CN" altLang="en-US"/>
          </a:p>
        </p:txBody>
      </p:sp>
      <p:sp>
        <p:nvSpPr>
          <p:cNvPr id="8" name="页脚占位符 7"/>
          <p:cNvSpPr>
            <a:spLocks noGrp="1"/>
          </p:cNvSpPr>
          <p:nvPr>
            <p:ph type="ftr" sz="quarter" idx="11"/>
            <p:custDataLst>
              <p:tags r:id="rId8"/>
            </p:custDataLst>
          </p:nvPr>
        </p:nvSpPr>
        <p:spPr/>
        <p:txBody>
          <a:bodyPr/>
          <a:lstStyle/>
          <a:p>
            <a:r>
              <a:rPr lang="zh-CN" altLang="en-US"/>
              <a:t>中国共产党党史</a:t>
            </a:r>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r>
              <a:rPr lang="zh-CN" altLang="en-US" smtClean="0"/>
              <a:t>2022-6-6</a:t>
            </a:r>
            <a:endParaRPr lang="zh-CN" altLang="en-US"/>
          </a:p>
        </p:txBody>
      </p:sp>
      <p:sp>
        <p:nvSpPr>
          <p:cNvPr id="4" name="页脚占位符 3"/>
          <p:cNvSpPr>
            <a:spLocks noGrp="1"/>
          </p:cNvSpPr>
          <p:nvPr>
            <p:ph type="ftr" sz="quarter" idx="11"/>
            <p:custDataLst>
              <p:tags r:id="rId4"/>
            </p:custDataLst>
          </p:nvPr>
        </p:nvSpPr>
        <p:spPr/>
        <p:txBody>
          <a:bodyPr/>
          <a:lstStyle/>
          <a:p>
            <a:r>
              <a:rPr lang="zh-CN" altLang="en-US"/>
              <a:t>中国共产党党史</a:t>
            </a:r>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r>
              <a:rPr lang="zh-CN" altLang="en-US" smtClean="0"/>
              <a:t>2022-6-6</a:t>
            </a:r>
            <a:endParaRPr lang="zh-CN" altLang="en-US"/>
          </a:p>
        </p:txBody>
      </p:sp>
      <p:sp>
        <p:nvSpPr>
          <p:cNvPr id="3" name="页脚占位符 2"/>
          <p:cNvSpPr>
            <a:spLocks noGrp="1"/>
          </p:cNvSpPr>
          <p:nvPr>
            <p:ph type="ftr" sz="quarter" idx="11"/>
            <p:custDataLst>
              <p:tags r:id="rId3"/>
            </p:custDataLst>
          </p:nvPr>
        </p:nvSpPr>
        <p:spPr/>
        <p:txBody>
          <a:bodyPr/>
          <a:lstStyle/>
          <a:p>
            <a:r>
              <a:rPr lang="zh-CN" altLang="en-US"/>
              <a:t>中国共产党党史</a:t>
            </a:r>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r>
              <a:rPr lang="zh-CN" altLang="en-US" smtClean="0"/>
              <a:t>2022-6-6</a:t>
            </a:r>
            <a:endParaRPr lang="zh-CN" altLang="en-US" dirty="0"/>
          </a:p>
        </p:txBody>
      </p:sp>
      <p:sp>
        <p:nvSpPr>
          <p:cNvPr id="6" name="页脚占位符 5"/>
          <p:cNvSpPr>
            <a:spLocks noGrp="1"/>
          </p:cNvSpPr>
          <p:nvPr>
            <p:ph type="ftr" sz="quarter" idx="11"/>
            <p:custDataLst>
              <p:tags r:id="rId5"/>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r>
              <a:rPr lang="zh-CN" altLang="en-US" smtClean="0"/>
              <a:t>2022-6-6</a:t>
            </a:r>
            <a:endParaRPr lang="zh-CN" altLang="en-US"/>
          </a:p>
        </p:txBody>
      </p:sp>
      <p:sp>
        <p:nvSpPr>
          <p:cNvPr id="5" name="页脚占位符 4"/>
          <p:cNvSpPr>
            <a:spLocks noGrp="1"/>
          </p:cNvSpPr>
          <p:nvPr>
            <p:ph type="ftr" sz="quarter" idx="11"/>
            <p:custDataLst>
              <p:tags r:id="rId5"/>
            </p:custDataLst>
          </p:nvPr>
        </p:nvSpPr>
        <p:spPr/>
        <p:txBody>
          <a:bodyPr/>
          <a:lstStyle/>
          <a:p>
            <a:r>
              <a:rPr lang="zh-CN" altLang="en-US"/>
              <a:t>中国共产党党史</a:t>
            </a:r>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r>
              <a:rPr lang="zh-CN" altLang="en-US" smtClean="0"/>
              <a:t>2022-6-6</a:t>
            </a:r>
            <a:endParaRPr lang="zh-CN" altLang="en-US"/>
          </a:p>
        </p:txBody>
      </p:sp>
      <p:sp>
        <p:nvSpPr>
          <p:cNvPr id="4" name="页脚占位符 3"/>
          <p:cNvSpPr>
            <a:spLocks noGrp="1"/>
          </p:cNvSpPr>
          <p:nvPr>
            <p:ph type="ftr" sz="quarter" idx="11"/>
            <p:custDataLst>
              <p:tags r:id="rId3"/>
            </p:custDataLst>
          </p:nvPr>
        </p:nvSpPr>
        <p:spPr/>
        <p:txBody>
          <a:bodyPr/>
          <a:lstStyle/>
          <a:p>
            <a:r>
              <a:rPr lang="zh-CN" altLang="en-US"/>
              <a:t>中国共产党党史</a:t>
            </a:r>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3"/>
            </p:custDataLst>
          </p:nvPr>
        </p:nvSpPr>
        <p:spPr/>
        <p:txBody>
          <a:bodyPr/>
          <a:lstStyle/>
          <a:p>
            <a:r>
              <a:rPr lang="zh-CN" altLang="en-US" smtClean="0"/>
              <a:t>2022-6-6</a:t>
            </a:r>
            <a:endParaRPr lang="zh-CN" altLang="en-US"/>
          </a:p>
        </p:txBody>
      </p:sp>
      <p:sp>
        <p:nvSpPr>
          <p:cNvPr id="4" name="页脚占位符 3"/>
          <p:cNvSpPr>
            <a:spLocks noGrp="1"/>
          </p:cNvSpPr>
          <p:nvPr>
            <p:ph type="ftr" sz="quarter" idx="11"/>
            <p:custDataLst>
              <p:tags r:id="rId4"/>
            </p:custDataLst>
          </p:nvPr>
        </p:nvSpPr>
        <p:spPr/>
        <p:txBody>
          <a:bodyPr/>
          <a:lstStyle/>
          <a:p>
            <a:r>
              <a:rPr lang="zh-CN" altLang="en-US"/>
              <a:t>中国共产党党史</a:t>
            </a:r>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6"/>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7"/>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r>
              <a:rPr lang="zh-CN" altLang="en-US" smtClean="0"/>
              <a:t>2022-6-6</a:t>
            </a:r>
            <a:endParaRPr lang="zh-CN" altLang="en-US"/>
          </a:p>
        </p:txBody>
      </p:sp>
      <p:sp>
        <p:nvSpPr>
          <p:cNvPr id="4" name="页脚占位符 3"/>
          <p:cNvSpPr>
            <a:spLocks noGrp="1"/>
          </p:cNvSpPr>
          <p:nvPr>
            <p:ph type="ftr" sz="quarter" idx="11"/>
          </p:nvPr>
        </p:nvSpPr>
        <p:spPr/>
        <p:txBody>
          <a:body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r>
              <a:rPr lang="zh-CN" altLang="en-US" smtClean="0"/>
              <a:t>2022-6-6</a:t>
            </a:r>
            <a:endParaRPr lang="zh-CN" altLang="en-US"/>
          </a:p>
        </p:txBody>
      </p:sp>
      <p:sp>
        <p:nvSpPr>
          <p:cNvPr id="17" name="页脚占位符 16"/>
          <p:cNvSpPr>
            <a:spLocks noGrp="1"/>
          </p:cNvSpPr>
          <p:nvPr>
            <p:ph type="ftr" sz="quarter" idx="11"/>
            <p:custDataLst>
              <p:tags r:id="rId5"/>
            </p:custDataLst>
          </p:nvPr>
        </p:nvSpPr>
        <p:spPr/>
        <p:txBody>
          <a:bodyPr/>
          <a:lstStyle/>
          <a:p>
            <a:r>
              <a:rPr lang="zh-CN" altLang="en-US" dirty="0"/>
              <a:t>中国共产党党史</a:t>
            </a:r>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r>
              <a:rPr lang="zh-CN" altLang="en-US" smtClean="0"/>
              <a:t>2022-6-6</a:t>
            </a:r>
            <a:endParaRPr lang="zh-CN" altLang="en-US"/>
          </a:p>
        </p:txBody>
      </p:sp>
      <p:sp>
        <p:nvSpPr>
          <p:cNvPr id="5" name="页脚占位符 4"/>
          <p:cNvSpPr>
            <a:spLocks noGrp="1"/>
          </p:cNvSpPr>
          <p:nvPr>
            <p:ph type="ftr" sz="quarter" idx="11"/>
            <p:custDataLst>
              <p:tags r:id="rId5"/>
            </p:custDataLst>
          </p:nvPr>
        </p:nvSpPr>
        <p:spPr/>
        <p:txBody>
          <a:bodyPr/>
          <a:lstStyle/>
          <a:p>
            <a:r>
              <a:rPr lang="zh-CN" altLang="en-US"/>
              <a:t>中国共产党党史</a:t>
            </a:r>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r>
              <a:rPr lang="zh-CN" altLang="en-US" smtClean="0"/>
              <a:t>2022-6-6</a:t>
            </a:r>
            <a:endParaRPr lang="zh-CN" altLang="en-US"/>
          </a:p>
        </p:txBody>
      </p:sp>
      <p:sp>
        <p:nvSpPr>
          <p:cNvPr id="5" name="页脚占位符 4"/>
          <p:cNvSpPr>
            <a:spLocks noGrp="1"/>
          </p:cNvSpPr>
          <p:nvPr>
            <p:ph type="ftr" sz="quarter" idx="11"/>
            <p:custDataLst>
              <p:tags r:id="rId5"/>
            </p:custDataLst>
          </p:nvPr>
        </p:nvSpPr>
        <p:spPr/>
        <p:txBody>
          <a:bodyPr/>
          <a:lstStyle/>
          <a:p>
            <a:r>
              <a:rPr lang="zh-CN" altLang="en-US"/>
              <a:t>中国共产党党史</a:t>
            </a:r>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r>
              <a:rPr lang="zh-CN" altLang="en-US" smtClean="0"/>
              <a:t>2022-6-6</a:t>
            </a:r>
            <a:endParaRPr lang="zh-CN" altLang="en-US"/>
          </a:p>
        </p:txBody>
      </p:sp>
      <p:sp>
        <p:nvSpPr>
          <p:cNvPr id="6" name="页脚占位符 5"/>
          <p:cNvSpPr>
            <a:spLocks noGrp="1"/>
          </p:cNvSpPr>
          <p:nvPr>
            <p:ph type="ftr" sz="quarter" idx="11"/>
            <p:custDataLst>
              <p:tags r:id="rId6"/>
            </p:custDataLst>
          </p:nvPr>
        </p:nvSpPr>
        <p:spPr/>
        <p:txBody>
          <a:bodyPr/>
          <a:lstStyle/>
          <a:p>
            <a:r>
              <a:rPr lang="zh-CN" altLang="en-US"/>
              <a:t>中国共产党党史</a:t>
            </a:r>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r>
              <a:rPr lang="zh-CN" altLang="en-US" smtClean="0"/>
              <a:t>2022-6-6</a:t>
            </a:r>
            <a:endParaRPr lang="zh-CN" altLang="en-US"/>
          </a:p>
        </p:txBody>
      </p:sp>
      <p:sp>
        <p:nvSpPr>
          <p:cNvPr id="8" name="页脚占位符 7"/>
          <p:cNvSpPr>
            <a:spLocks noGrp="1"/>
          </p:cNvSpPr>
          <p:nvPr>
            <p:ph type="ftr" sz="quarter" idx="11"/>
            <p:custDataLst>
              <p:tags r:id="rId8"/>
            </p:custDataLst>
          </p:nvPr>
        </p:nvSpPr>
        <p:spPr/>
        <p:txBody>
          <a:bodyPr/>
          <a:lstStyle/>
          <a:p>
            <a:r>
              <a:rPr lang="zh-CN" altLang="en-US"/>
              <a:t>中国共产党党史</a:t>
            </a:r>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r>
              <a:rPr lang="zh-CN" altLang="en-US" smtClean="0"/>
              <a:t>2022-6-6</a:t>
            </a:r>
            <a:endParaRPr lang="zh-CN" altLang="en-US"/>
          </a:p>
        </p:txBody>
      </p:sp>
      <p:sp>
        <p:nvSpPr>
          <p:cNvPr id="4" name="页脚占位符 3"/>
          <p:cNvSpPr>
            <a:spLocks noGrp="1"/>
          </p:cNvSpPr>
          <p:nvPr>
            <p:ph type="ftr" sz="quarter" idx="11"/>
            <p:custDataLst>
              <p:tags r:id="rId4"/>
            </p:custDataLst>
          </p:nvPr>
        </p:nvSpPr>
        <p:spPr/>
        <p:txBody>
          <a:bodyPr/>
          <a:lstStyle/>
          <a:p>
            <a:r>
              <a:rPr lang="zh-CN" altLang="en-US"/>
              <a:t>中国共产党党史</a:t>
            </a:r>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r>
              <a:rPr lang="zh-CN" altLang="en-US" smtClean="0"/>
              <a:t>2022-6-6</a:t>
            </a:r>
            <a:endParaRPr lang="zh-CN" altLang="en-US"/>
          </a:p>
        </p:txBody>
      </p:sp>
      <p:sp>
        <p:nvSpPr>
          <p:cNvPr id="3" name="页脚占位符 2"/>
          <p:cNvSpPr>
            <a:spLocks noGrp="1"/>
          </p:cNvSpPr>
          <p:nvPr>
            <p:ph type="ftr" sz="quarter" idx="11"/>
            <p:custDataLst>
              <p:tags r:id="rId3"/>
            </p:custDataLst>
          </p:nvPr>
        </p:nvSpPr>
        <p:spPr/>
        <p:txBody>
          <a:bodyPr/>
          <a:lstStyle/>
          <a:p>
            <a:r>
              <a:rPr lang="zh-CN" altLang="en-US"/>
              <a:t>中国共产党党史</a:t>
            </a:r>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r>
              <a:rPr lang="zh-CN" altLang="en-US" smtClean="0"/>
              <a:t>2022-6-6</a:t>
            </a:r>
            <a:endParaRPr lang="zh-CN" altLang="en-US" dirty="0"/>
          </a:p>
        </p:txBody>
      </p:sp>
      <p:sp>
        <p:nvSpPr>
          <p:cNvPr id="6" name="页脚占位符 5"/>
          <p:cNvSpPr>
            <a:spLocks noGrp="1"/>
          </p:cNvSpPr>
          <p:nvPr>
            <p:ph type="ftr" sz="quarter" idx="11"/>
            <p:custDataLst>
              <p:tags r:id="rId5"/>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hf hdr="0"/>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r>
              <a:rPr lang="zh-CN" altLang="en-US" smtClean="0"/>
              <a:t>2022-6-6</a:t>
            </a:r>
            <a:endParaRPr lang="zh-CN" altLang="en-US"/>
          </a:p>
        </p:txBody>
      </p:sp>
      <p:sp>
        <p:nvSpPr>
          <p:cNvPr id="5" name="页脚占位符 4"/>
          <p:cNvSpPr>
            <a:spLocks noGrp="1"/>
          </p:cNvSpPr>
          <p:nvPr>
            <p:ph type="ftr" sz="quarter" idx="11"/>
            <p:custDataLst>
              <p:tags r:id="rId5"/>
            </p:custDataLst>
          </p:nvPr>
        </p:nvSpPr>
        <p:spPr/>
        <p:txBody>
          <a:bodyPr/>
          <a:lstStyle/>
          <a:p>
            <a:r>
              <a:rPr lang="zh-CN" altLang="en-US"/>
              <a:t>中国共产党党史</a:t>
            </a:r>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r>
              <a:rPr lang="zh-CN" altLang="en-US" smtClean="0"/>
              <a:t>2022-6-6</a:t>
            </a:r>
            <a:endParaRPr lang="zh-CN" altLang="en-US"/>
          </a:p>
        </p:txBody>
      </p:sp>
      <p:sp>
        <p:nvSpPr>
          <p:cNvPr id="4" name="页脚占位符 3"/>
          <p:cNvSpPr>
            <a:spLocks noGrp="1"/>
          </p:cNvSpPr>
          <p:nvPr>
            <p:ph type="ftr" sz="quarter" idx="11"/>
            <p:custDataLst>
              <p:tags r:id="rId3"/>
            </p:custDataLst>
          </p:nvPr>
        </p:nvSpPr>
        <p:spPr/>
        <p:txBody>
          <a:bodyPr/>
          <a:lstStyle/>
          <a:p>
            <a:r>
              <a:rPr lang="zh-CN" altLang="en-US"/>
              <a:t>中国共产党党史</a:t>
            </a:r>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r>
              <a:rPr lang="zh-CN" altLang="en-US" smtClean="0"/>
              <a:t>2022-6-6</a:t>
            </a:r>
            <a:endParaRPr lang="zh-CN" altLang="en-US"/>
          </a:p>
        </p:txBody>
      </p:sp>
      <p:sp>
        <p:nvSpPr>
          <p:cNvPr id="4" name="页脚占位符 3"/>
          <p:cNvSpPr>
            <a:spLocks noGrp="1"/>
          </p:cNvSpPr>
          <p:nvPr>
            <p:ph type="ftr" sz="quarter" idx="11"/>
            <p:custDataLst>
              <p:tags r:id="rId3"/>
            </p:custDataLst>
          </p:nvPr>
        </p:nvSpPr>
        <p:spPr/>
        <p:txBody>
          <a:bodyPr/>
          <a:lstStyle/>
          <a:p>
            <a:r>
              <a:rPr lang="zh-CN" altLang="en-US"/>
              <a:t>中国共产党党史</a:t>
            </a:r>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6" Type="http://schemas.openxmlformats.org/officeDocument/2006/relationships/theme" Target="../theme/theme1.xml"/><Relationship Id="rId65" Type="http://schemas.openxmlformats.org/officeDocument/2006/relationships/tags" Target="../tags/tag62.xml"/><Relationship Id="rId64" Type="http://schemas.openxmlformats.org/officeDocument/2006/relationships/tags" Target="../tags/tag61.xml"/><Relationship Id="rId63" Type="http://schemas.openxmlformats.org/officeDocument/2006/relationships/tags" Target="../tags/tag60.xml"/><Relationship Id="rId62" Type="http://schemas.openxmlformats.org/officeDocument/2006/relationships/tags" Target="../tags/tag59.xml"/><Relationship Id="rId61" Type="http://schemas.openxmlformats.org/officeDocument/2006/relationships/tags" Target="../tags/tag58.xml"/><Relationship Id="rId60" Type="http://schemas.openxmlformats.org/officeDocument/2006/relationships/tags" Target="../tags/tag57.xml"/><Relationship Id="rId6" Type="http://schemas.openxmlformats.org/officeDocument/2006/relationships/slideLayout" Target="../slideLayouts/slideLayout6.xml"/><Relationship Id="rId59" Type="http://schemas.openxmlformats.org/officeDocument/2006/relationships/image" Target="../media/image4.jpeg"/><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67.xml"/><Relationship Id="rId8" Type="http://schemas.openxmlformats.org/officeDocument/2006/relationships/slideLayout" Target="../slideLayouts/slideLayout66.xml"/><Relationship Id="rId7" Type="http://schemas.openxmlformats.org/officeDocument/2006/relationships/slideLayout" Target="../slideLayouts/slideLayout65.xml"/><Relationship Id="rId6" Type="http://schemas.openxmlformats.org/officeDocument/2006/relationships/slideLayout" Target="../slideLayouts/slideLayout64.xml"/><Relationship Id="rId5" Type="http://schemas.openxmlformats.org/officeDocument/2006/relationships/slideLayout" Target="../slideLayouts/slideLayout63.xml"/><Relationship Id="rId4" Type="http://schemas.openxmlformats.org/officeDocument/2006/relationships/slideLayout" Target="../slideLayouts/slideLayout62.xml"/><Relationship Id="rId3" Type="http://schemas.openxmlformats.org/officeDocument/2006/relationships/slideLayout" Target="../slideLayouts/slideLayout61.xml"/><Relationship Id="rId2" Type="http://schemas.openxmlformats.org/officeDocument/2006/relationships/slideLayout" Target="../slideLayouts/slideLayout60.xml"/><Relationship Id="rId18" Type="http://schemas.openxmlformats.org/officeDocument/2006/relationships/theme" Target="../theme/theme2.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69.xml"/><Relationship Id="rId10" Type="http://schemas.openxmlformats.org/officeDocument/2006/relationships/slideLayout" Target="../slideLayouts/slideLayout68.xml"/><Relationship Id="rId1"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59"/>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60"/>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1"/>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62"/>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r>
              <a:rPr lang="zh-CN" altLang="en-US" smtClean="0"/>
              <a:t>2022-6-6</a:t>
            </a:r>
            <a:endParaRPr lang="zh-CN" altLang="en-US"/>
          </a:p>
        </p:txBody>
      </p:sp>
      <p:sp>
        <p:nvSpPr>
          <p:cNvPr id="5" name="页脚占位符 4"/>
          <p:cNvSpPr>
            <a:spLocks noGrp="1"/>
          </p:cNvSpPr>
          <p:nvPr>
            <p:ph type="ftr" sz="quarter" idx="3"/>
            <p:custDataLst>
              <p:tags r:id="rId6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4"/>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6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Lst>
  <p:hf hdr="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r>
              <a:rPr lang="zh-CN" altLang="en-US" smtClean="0"/>
              <a:t>2022-6-6</a:t>
            </a:r>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40.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tags" Target="../tags/tag129.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4.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0" Type="http://schemas.openxmlformats.org/officeDocument/2006/relationships/slideLayout" Target="../slideLayouts/slideLayout1.xml"/><Relationship Id="rId1" Type="http://schemas.openxmlformats.org/officeDocument/2006/relationships/tags" Target="../tags/tag146.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84.xml"/><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s>
</file>

<file path=ppt/slides/_rels/slide11.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1" Type="http://schemas.openxmlformats.org/officeDocument/2006/relationships/slideLayout" Target="../slideLayouts/slideLayout1.xml"/><Relationship Id="rId10" Type="http://schemas.openxmlformats.org/officeDocument/2006/relationships/tags" Target="../tags/tag194.xml"/><Relationship Id="rId1" Type="http://schemas.openxmlformats.org/officeDocument/2006/relationships/tags" Target="../tags/tag185.xml"/></Relationships>
</file>

<file path=ppt/slides/_rels/slide12.xml.rels><?xml version="1.0" encoding="UTF-8" standalone="yes"?>
<Relationships xmlns="http://schemas.openxmlformats.org/package/2006/relationships"><Relationship Id="rId9" Type="http://schemas.openxmlformats.org/officeDocument/2006/relationships/tags" Target="../tags/tag203.xml"/><Relationship Id="rId8" Type="http://schemas.openxmlformats.org/officeDocument/2006/relationships/tags" Target="../tags/tag202.xml"/><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1" Type="http://schemas.openxmlformats.org/officeDocument/2006/relationships/slideLayout" Target="../slideLayouts/slideLayout1.xml"/><Relationship Id="rId10" Type="http://schemas.openxmlformats.org/officeDocument/2006/relationships/tags" Target="../tags/tag204.xml"/><Relationship Id="rId1" Type="http://schemas.openxmlformats.org/officeDocument/2006/relationships/tags" Target="../tags/tag195.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s>
</file>

<file path=ppt/slides/_rels/slide14.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 Type="http://schemas.openxmlformats.org/officeDocument/2006/relationships/tags" Target="../tags/tag211.xml"/><Relationship Id="rId11" Type="http://schemas.openxmlformats.org/officeDocument/2006/relationships/slideLayout" Target="../slideLayouts/slideLayout1.xml"/><Relationship Id="rId10" Type="http://schemas.openxmlformats.org/officeDocument/2006/relationships/tags" Target="../tags/tag219.xml"/><Relationship Id="rId1" Type="http://schemas.openxmlformats.org/officeDocument/2006/relationships/tags" Target="../tags/tag210.xml"/></Relationships>
</file>

<file path=ppt/slides/_rels/slide15.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1" Type="http://schemas.openxmlformats.org/officeDocument/2006/relationships/slideLayout" Target="../slideLayouts/slideLayout1.xml"/><Relationship Id="rId10" Type="http://schemas.openxmlformats.org/officeDocument/2006/relationships/tags" Target="../tags/tag229.xml"/><Relationship Id="rId1" Type="http://schemas.openxmlformats.org/officeDocument/2006/relationships/tags" Target="../tags/tag220.xml"/></Relationships>
</file>

<file path=ppt/slides/_rels/slide16.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 Type="http://schemas.openxmlformats.org/officeDocument/2006/relationships/tags" Target="../tags/tag231.xml"/><Relationship Id="rId11" Type="http://schemas.openxmlformats.org/officeDocument/2006/relationships/slideLayout" Target="../slideLayouts/slideLayout1.xml"/><Relationship Id="rId10" Type="http://schemas.openxmlformats.org/officeDocument/2006/relationships/tags" Target="../tags/tag239.xml"/><Relationship Id="rId1" Type="http://schemas.openxmlformats.org/officeDocument/2006/relationships/tags" Target="../tags/tag230.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20.xml.rels><?xml version="1.0" encoding="UTF-8" standalone="yes"?>
<Relationships xmlns="http://schemas.openxmlformats.org/package/2006/relationships"><Relationship Id="rId9" Type="http://schemas.openxmlformats.org/officeDocument/2006/relationships/tags" Target="../tags/tag263.xml"/><Relationship Id="rId8" Type="http://schemas.openxmlformats.org/officeDocument/2006/relationships/tags" Target="../tags/tag262.xml"/><Relationship Id="rId7" Type="http://schemas.openxmlformats.org/officeDocument/2006/relationships/tags" Target="../tags/tag261.xml"/><Relationship Id="rId6" Type="http://schemas.openxmlformats.org/officeDocument/2006/relationships/tags" Target="../tags/tag260.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1" Type="http://schemas.openxmlformats.org/officeDocument/2006/relationships/slideLayout" Target="../slideLayouts/slideLayout1.xml"/><Relationship Id="rId10" Type="http://schemas.openxmlformats.org/officeDocument/2006/relationships/tags" Target="../tags/tag264.xml"/><Relationship Id="rId1" Type="http://schemas.openxmlformats.org/officeDocument/2006/relationships/tags" Target="../tags/tag255.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tags" Target="../tags/tag265.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74.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79.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tags" Target="../tags/tag276.xml"/><Relationship Id="rId1" Type="http://schemas.openxmlformats.org/officeDocument/2006/relationships/tags" Target="../tags/tag275.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84.xml"/><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25.xml.rels><?xml version="1.0" encoding="UTF-8" standalone="yes"?>
<Relationships xmlns="http://schemas.openxmlformats.org/package/2006/relationships"><Relationship Id="rId9" Type="http://schemas.openxmlformats.org/officeDocument/2006/relationships/tags" Target="../tags/tag293.xml"/><Relationship Id="rId8" Type="http://schemas.openxmlformats.org/officeDocument/2006/relationships/tags" Target="../tags/tag292.xml"/><Relationship Id="rId7" Type="http://schemas.openxmlformats.org/officeDocument/2006/relationships/tags" Target="../tags/tag291.xml"/><Relationship Id="rId6" Type="http://schemas.openxmlformats.org/officeDocument/2006/relationships/tags" Target="../tags/tag290.xml"/><Relationship Id="rId5" Type="http://schemas.openxmlformats.org/officeDocument/2006/relationships/tags" Target="../tags/tag289.xml"/><Relationship Id="rId4" Type="http://schemas.openxmlformats.org/officeDocument/2006/relationships/tags" Target="../tags/tag288.xml"/><Relationship Id="rId3" Type="http://schemas.openxmlformats.org/officeDocument/2006/relationships/tags" Target="../tags/tag287.xml"/><Relationship Id="rId2" Type="http://schemas.openxmlformats.org/officeDocument/2006/relationships/tags" Target="../tags/tag286.xml"/><Relationship Id="rId11" Type="http://schemas.openxmlformats.org/officeDocument/2006/relationships/slideLayout" Target="../slideLayouts/slideLayout1.xml"/><Relationship Id="rId10" Type="http://schemas.openxmlformats.org/officeDocument/2006/relationships/tags" Target="../tags/tag294.xml"/><Relationship Id="rId1" Type="http://schemas.openxmlformats.org/officeDocument/2006/relationships/tags" Target="../tags/tag285.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4.xml"/><Relationship Id="rId5" Type="http://schemas.openxmlformats.org/officeDocument/2006/relationships/tags" Target="../tags/tag299.xml"/><Relationship Id="rId4" Type="http://schemas.openxmlformats.org/officeDocument/2006/relationships/tags" Target="../tags/tag298.xml"/><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03.xml"/><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tags" Target="../tags/tag300.xml"/></Relationships>
</file>

<file path=ppt/slides/_rels/slide28.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tags" Target="../tags/tag310.xml"/><Relationship Id="rId6" Type="http://schemas.openxmlformats.org/officeDocument/2006/relationships/tags" Target="../tags/tag309.xml"/><Relationship Id="rId5" Type="http://schemas.openxmlformats.org/officeDocument/2006/relationships/tags" Target="../tags/tag308.xml"/><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1" Type="http://schemas.openxmlformats.org/officeDocument/2006/relationships/slideLayout" Target="../slideLayouts/slideLayout1.xml"/><Relationship Id="rId10" Type="http://schemas.openxmlformats.org/officeDocument/2006/relationships/tags" Target="../tags/tag313.xml"/><Relationship Id="rId1" Type="http://schemas.openxmlformats.org/officeDocument/2006/relationships/tags" Target="../tags/tag304.xml"/></Relationships>
</file>

<file path=ppt/slides/_rels/slide29.xml.rels><?xml version="1.0" encoding="UTF-8" standalone="yes"?>
<Relationships xmlns="http://schemas.openxmlformats.org/package/2006/relationships"><Relationship Id="rId9" Type="http://schemas.openxmlformats.org/officeDocument/2006/relationships/tags" Target="../tags/tag322.xml"/><Relationship Id="rId8" Type="http://schemas.openxmlformats.org/officeDocument/2006/relationships/tags" Target="../tags/tag321.xml"/><Relationship Id="rId7" Type="http://schemas.openxmlformats.org/officeDocument/2006/relationships/tags" Target="../tags/tag320.xml"/><Relationship Id="rId6" Type="http://schemas.openxmlformats.org/officeDocument/2006/relationships/tags" Target="../tags/tag319.xml"/><Relationship Id="rId5" Type="http://schemas.openxmlformats.org/officeDocument/2006/relationships/tags" Target="../tags/tag318.xml"/><Relationship Id="rId4" Type="http://schemas.openxmlformats.org/officeDocument/2006/relationships/tags" Target="../tags/tag317.xml"/><Relationship Id="rId3" Type="http://schemas.openxmlformats.org/officeDocument/2006/relationships/tags" Target="../tags/tag316.xml"/><Relationship Id="rId2" Type="http://schemas.openxmlformats.org/officeDocument/2006/relationships/tags" Target="../tags/tag315.xml"/><Relationship Id="rId11" Type="http://schemas.openxmlformats.org/officeDocument/2006/relationships/slideLayout" Target="../slideLayouts/slideLayout1.xml"/><Relationship Id="rId10" Type="http://schemas.openxmlformats.org/officeDocument/2006/relationships/tags" Target="../tags/tag323.xml"/><Relationship Id="rId1" Type="http://schemas.openxmlformats.org/officeDocument/2006/relationships/tags" Target="../tags/tag314.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tags" Target="../tags/tag326.xml"/><Relationship Id="rId2" Type="http://schemas.openxmlformats.org/officeDocument/2006/relationships/tags" Target="../tags/tag325.xml"/><Relationship Id="rId1" Type="http://schemas.openxmlformats.org/officeDocument/2006/relationships/tags" Target="../tags/tag324.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33.xml"/><Relationship Id="rId4" Type="http://schemas.openxmlformats.org/officeDocument/2006/relationships/tags" Target="../tags/tag332.xml"/><Relationship Id="rId3" Type="http://schemas.openxmlformats.org/officeDocument/2006/relationships/tags" Target="../tags/tag331.xml"/><Relationship Id="rId2" Type="http://schemas.openxmlformats.org/officeDocument/2006/relationships/tags" Target="../tags/tag330.xml"/><Relationship Id="rId1" Type="http://schemas.openxmlformats.org/officeDocument/2006/relationships/tags" Target="../tags/tag329.xml"/></Relationships>
</file>

<file path=ppt/slides/_rels/slide32.xml.rels><?xml version="1.0" encoding="UTF-8" standalone="yes"?>
<Relationships xmlns="http://schemas.openxmlformats.org/package/2006/relationships"><Relationship Id="rId9" Type="http://schemas.openxmlformats.org/officeDocument/2006/relationships/tags" Target="../tags/tag342.xml"/><Relationship Id="rId8" Type="http://schemas.openxmlformats.org/officeDocument/2006/relationships/tags" Target="../tags/tag341.xml"/><Relationship Id="rId7" Type="http://schemas.openxmlformats.org/officeDocument/2006/relationships/tags" Target="../tags/tag340.xml"/><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1" Type="http://schemas.openxmlformats.org/officeDocument/2006/relationships/slideLayout" Target="../slideLayouts/slideLayout1.xml"/><Relationship Id="rId10" Type="http://schemas.openxmlformats.org/officeDocument/2006/relationships/tags" Target="../tags/tag343.xml"/><Relationship Id="rId1" Type="http://schemas.openxmlformats.org/officeDocument/2006/relationships/tags" Target="../tags/tag334.xml"/></Relationships>
</file>

<file path=ppt/slides/_rels/slide33.xml.rels><?xml version="1.0" encoding="UTF-8" standalone="yes"?>
<Relationships xmlns="http://schemas.openxmlformats.org/package/2006/relationships"><Relationship Id="rId9" Type="http://schemas.openxmlformats.org/officeDocument/2006/relationships/tags" Target="../tags/tag352.xml"/><Relationship Id="rId8" Type="http://schemas.openxmlformats.org/officeDocument/2006/relationships/tags" Target="../tags/tag351.xml"/><Relationship Id="rId7" Type="http://schemas.openxmlformats.org/officeDocument/2006/relationships/tags" Target="../tags/tag350.xml"/><Relationship Id="rId6" Type="http://schemas.openxmlformats.org/officeDocument/2006/relationships/tags" Target="../tags/tag349.xml"/><Relationship Id="rId5" Type="http://schemas.openxmlformats.org/officeDocument/2006/relationships/tags" Target="../tags/tag348.xml"/><Relationship Id="rId4" Type="http://schemas.openxmlformats.org/officeDocument/2006/relationships/tags" Target="../tags/tag347.xml"/><Relationship Id="rId3" Type="http://schemas.openxmlformats.org/officeDocument/2006/relationships/tags" Target="../tags/tag346.xml"/><Relationship Id="rId2" Type="http://schemas.openxmlformats.org/officeDocument/2006/relationships/tags" Target="../tags/tag345.xml"/><Relationship Id="rId11" Type="http://schemas.openxmlformats.org/officeDocument/2006/relationships/slideLayout" Target="../slideLayouts/slideLayout1.xml"/><Relationship Id="rId10" Type="http://schemas.openxmlformats.org/officeDocument/2006/relationships/tags" Target="../tags/tag353.xml"/><Relationship Id="rId1" Type="http://schemas.openxmlformats.org/officeDocument/2006/relationships/tags" Target="../tags/tag344.xml"/></Relationships>
</file>

<file path=ppt/slides/_rels/slide34.xml.rels><?xml version="1.0" encoding="UTF-8" standalone="yes"?>
<Relationships xmlns="http://schemas.openxmlformats.org/package/2006/relationships"><Relationship Id="rId9" Type="http://schemas.openxmlformats.org/officeDocument/2006/relationships/tags" Target="../tags/tag362.xml"/><Relationship Id="rId8" Type="http://schemas.openxmlformats.org/officeDocument/2006/relationships/tags" Target="../tags/tag361.xml"/><Relationship Id="rId7" Type="http://schemas.openxmlformats.org/officeDocument/2006/relationships/tags" Target="../tags/tag360.xml"/><Relationship Id="rId6" Type="http://schemas.openxmlformats.org/officeDocument/2006/relationships/tags" Target="../tags/tag359.xml"/><Relationship Id="rId5" Type="http://schemas.openxmlformats.org/officeDocument/2006/relationships/tags" Target="../tags/tag358.xml"/><Relationship Id="rId4" Type="http://schemas.openxmlformats.org/officeDocument/2006/relationships/tags" Target="../tags/tag357.xml"/><Relationship Id="rId3" Type="http://schemas.openxmlformats.org/officeDocument/2006/relationships/tags" Target="../tags/tag356.xml"/><Relationship Id="rId2" Type="http://schemas.openxmlformats.org/officeDocument/2006/relationships/tags" Target="../tags/tag355.xml"/><Relationship Id="rId11" Type="http://schemas.openxmlformats.org/officeDocument/2006/relationships/slideLayout" Target="../slideLayouts/slideLayout1.xml"/><Relationship Id="rId10" Type="http://schemas.openxmlformats.org/officeDocument/2006/relationships/tags" Target="../tags/tag363.xml"/><Relationship Id="rId1" Type="http://schemas.openxmlformats.org/officeDocument/2006/relationships/tags" Target="../tags/tag354.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xml"/><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 Type="http://schemas.openxmlformats.org/officeDocument/2006/relationships/tags" Target="../tags/tag365.xml"/><Relationship Id="rId1" Type="http://schemas.openxmlformats.org/officeDocument/2006/relationships/tags" Target="../tags/tag364.xml"/></Relationships>
</file>

<file path=ppt/slides/_rels/slide36.xml.rels><?xml version="1.0" encoding="UTF-8" standalone="yes"?>
<Relationships xmlns="http://schemas.openxmlformats.org/package/2006/relationships"><Relationship Id="rId9" Type="http://schemas.openxmlformats.org/officeDocument/2006/relationships/tags" Target="../tags/tag377.xml"/><Relationship Id="rId8" Type="http://schemas.openxmlformats.org/officeDocument/2006/relationships/tags" Target="../tags/tag376.xml"/><Relationship Id="rId7" Type="http://schemas.openxmlformats.org/officeDocument/2006/relationships/tags" Target="../tags/tag375.xml"/><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0" Type="http://schemas.openxmlformats.org/officeDocument/2006/relationships/slideLayout" Target="../slideLayouts/slideLayout1.xml"/><Relationship Id="rId1" Type="http://schemas.openxmlformats.org/officeDocument/2006/relationships/tags" Target="../tags/tag369.xml"/></Relationships>
</file>

<file path=ppt/slides/_rels/slide37.xml.rels><?xml version="1.0" encoding="UTF-8" standalone="yes"?>
<Relationships xmlns="http://schemas.openxmlformats.org/package/2006/relationships"><Relationship Id="rId9" Type="http://schemas.openxmlformats.org/officeDocument/2006/relationships/tags" Target="../tags/tag386.xml"/><Relationship Id="rId8" Type="http://schemas.openxmlformats.org/officeDocument/2006/relationships/tags" Target="../tags/tag385.xml"/><Relationship Id="rId7" Type="http://schemas.openxmlformats.org/officeDocument/2006/relationships/tags" Target="../tags/tag384.xml"/><Relationship Id="rId6" Type="http://schemas.openxmlformats.org/officeDocument/2006/relationships/tags" Target="../tags/tag383.xml"/><Relationship Id="rId5" Type="http://schemas.openxmlformats.org/officeDocument/2006/relationships/tags" Target="../tags/tag382.xml"/><Relationship Id="rId4" Type="http://schemas.openxmlformats.org/officeDocument/2006/relationships/tags" Target="../tags/tag381.xml"/><Relationship Id="rId3" Type="http://schemas.openxmlformats.org/officeDocument/2006/relationships/tags" Target="../tags/tag380.xml"/><Relationship Id="rId2" Type="http://schemas.openxmlformats.org/officeDocument/2006/relationships/tags" Target="../tags/tag379.xml"/><Relationship Id="rId10" Type="http://schemas.openxmlformats.org/officeDocument/2006/relationships/slideLayout" Target="../slideLayouts/slideLayout1.xml"/><Relationship Id="rId1" Type="http://schemas.openxmlformats.org/officeDocument/2006/relationships/tags" Target="../tags/tag378.xml"/></Relationships>
</file>

<file path=ppt/slides/_rels/slide38.xml.rels><?xml version="1.0" encoding="UTF-8" standalone="yes"?>
<Relationships xmlns="http://schemas.openxmlformats.org/package/2006/relationships"><Relationship Id="rId9" Type="http://schemas.openxmlformats.org/officeDocument/2006/relationships/tags" Target="../tags/tag395.xml"/><Relationship Id="rId8" Type="http://schemas.openxmlformats.org/officeDocument/2006/relationships/tags" Target="../tags/tag394.xml"/><Relationship Id="rId7" Type="http://schemas.openxmlformats.org/officeDocument/2006/relationships/tags" Target="../tags/tag393.xml"/><Relationship Id="rId6" Type="http://schemas.openxmlformats.org/officeDocument/2006/relationships/tags" Target="../tags/tag392.xml"/><Relationship Id="rId5" Type="http://schemas.openxmlformats.org/officeDocument/2006/relationships/tags" Target="../tags/tag391.xml"/><Relationship Id="rId4" Type="http://schemas.openxmlformats.org/officeDocument/2006/relationships/tags" Target="../tags/tag390.xml"/><Relationship Id="rId3" Type="http://schemas.openxmlformats.org/officeDocument/2006/relationships/tags" Target="../tags/tag389.xml"/><Relationship Id="rId2" Type="http://schemas.openxmlformats.org/officeDocument/2006/relationships/tags" Target="../tags/tag388.xml"/><Relationship Id="rId10" Type="http://schemas.openxmlformats.org/officeDocument/2006/relationships/slideLayout" Target="../slideLayouts/slideLayout1.xml"/><Relationship Id="rId1" Type="http://schemas.openxmlformats.org/officeDocument/2006/relationships/tags" Target="../tags/tag387.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99.xml"/><Relationship Id="rId3" Type="http://schemas.openxmlformats.org/officeDocument/2006/relationships/tags" Target="../tags/tag398.xml"/><Relationship Id="rId2" Type="http://schemas.openxmlformats.org/officeDocument/2006/relationships/tags" Target="../tags/tag397.xml"/><Relationship Id="rId1" Type="http://schemas.openxmlformats.org/officeDocument/2006/relationships/tags" Target="../tags/tag396.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403.xml"/><Relationship Id="rId3" Type="http://schemas.openxmlformats.org/officeDocument/2006/relationships/tags" Target="../tags/tag402.xml"/><Relationship Id="rId2" Type="http://schemas.openxmlformats.org/officeDocument/2006/relationships/tags" Target="../tags/tag401.xml"/><Relationship Id="rId1" Type="http://schemas.openxmlformats.org/officeDocument/2006/relationships/tags" Target="../tags/tag400.xml"/></Relationships>
</file>

<file path=ppt/slides/_rels/slide41.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0" Type="http://schemas.openxmlformats.org/officeDocument/2006/relationships/slideLayout" Target="../slideLayouts/slideLayout1.xml"/><Relationship Id="rId1" Type="http://schemas.openxmlformats.org/officeDocument/2006/relationships/tags" Target="../tags/tag404.xml"/></Relationships>
</file>

<file path=ppt/slides/_rels/slide42.xml.rels><?xml version="1.0" encoding="UTF-8" standalone="yes"?>
<Relationships xmlns="http://schemas.openxmlformats.org/package/2006/relationships"><Relationship Id="rId9" Type="http://schemas.openxmlformats.org/officeDocument/2006/relationships/tags" Target="../tags/tag421.xml"/><Relationship Id="rId8" Type="http://schemas.openxmlformats.org/officeDocument/2006/relationships/tags" Target="../tags/tag420.xml"/><Relationship Id="rId7" Type="http://schemas.openxmlformats.org/officeDocument/2006/relationships/tags" Target="../tags/tag419.xml"/><Relationship Id="rId6" Type="http://schemas.openxmlformats.org/officeDocument/2006/relationships/tags" Target="../tags/tag418.xml"/><Relationship Id="rId5" Type="http://schemas.openxmlformats.org/officeDocument/2006/relationships/tags" Target="../tags/tag417.xml"/><Relationship Id="rId4" Type="http://schemas.openxmlformats.org/officeDocument/2006/relationships/tags" Target="../tags/tag416.xml"/><Relationship Id="rId3" Type="http://schemas.openxmlformats.org/officeDocument/2006/relationships/tags" Target="../tags/tag415.xml"/><Relationship Id="rId2" Type="http://schemas.openxmlformats.org/officeDocument/2006/relationships/tags" Target="../tags/tag414.xml"/><Relationship Id="rId10" Type="http://schemas.openxmlformats.org/officeDocument/2006/relationships/slideLayout" Target="../slideLayouts/slideLayout1.xml"/><Relationship Id="rId1" Type="http://schemas.openxmlformats.org/officeDocument/2006/relationships/tags" Target="../tags/tag413.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425.xml"/><Relationship Id="rId3" Type="http://schemas.openxmlformats.org/officeDocument/2006/relationships/tags" Target="../tags/tag424.xml"/><Relationship Id="rId2" Type="http://schemas.openxmlformats.org/officeDocument/2006/relationships/tags" Target="../tags/tag423.xml"/><Relationship Id="rId1" Type="http://schemas.openxmlformats.org/officeDocument/2006/relationships/tags" Target="../tags/tag422.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tags" Target="../tags/tag430.xml"/><Relationship Id="rId4" Type="http://schemas.openxmlformats.org/officeDocument/2006/relationships/tags" Target="../tags/tag429.xml"/><Relationship Id="rId3" Type="http://schemas.openxmlformats.org/officeDocument/2006/relationships/tags" Target="../tags/tag428.xml"/><Relationship Id="rId2" Type="http://schemas.openxmlformats.org/officeDocument/2006/relationships/tags" Target="../tags/tag427.xml"/><Relationship Id="rId1" Type="http://schemas.openxmlformats.org/officeDocument/2006/relationships/tags" Target="../tags/tag426.xml"/></Relationships>
</file>

<file path=ppt/slides/_rels/slide45.xml.rels><?xml version="1.0" encoding="UTF-8" standalone="yes"?>
<Relationships xmlns="http://schemas.openxmlformats.org/package/2006/relationships"><Relationship Id="rId9" Type="http://schemas.openxmlformats.org/officeDocument/2006/relationships/tags" Target="../tags/tag439.xml"/><Relationship Id="rId8" Type="http://schemas.openxmlformats.org/officeDocument/2006/relationships/tags" Target="../tags/tag438.xml"/><Relationship Id="rId7" Type="http://schemas.openxmlformats.org/officeDocument/2006/relationships/tags" Target="../tags/tag437.xml"/><Relationship Id="rId6" Type="http://schemas.openxmlformats.org/officeDocument/2006/relationships/tags" Target="../tags/tag436.xml"/><Relationship Id="rId5" Type="http://schemas.openxmlformats.org/officeDocument/2006/relationships/tags" Target="../tags/tag435.xml"/><Relationship Id="rId4" Type="http://schemas.openxmlformats.org/officeDocument/2006/relationships/tags" Target="../tags/tag434.xml"/><Relationship Id="rId3" Type="http://schemas.openxmlformats.org/officeDocument/2006/relationships/tags" Target="../tags/tag433.xml"/><Relationship Id="rId2" Type="http://schemas.openxmlformats.org/officeDocument/2006/relationships/tags" Target="../tags/tag432.xml"/><Relationship Id="rId10" Type="http://schemas.openxmlformats.org/officeDocument/2006/relationships/slideLayout" Target="../slideLayouts/slideLayout1.xml"/><Relationship Id="rId1" Type="http://schemas.openxmlformats.org/officeDocument/2006/relationships/tags" Target="../tags/tag431.xml"/></Relationships>
</file>

<file path=ppt/slides/_rels/slide46.xml.rels><?xml version="1.0" encoding="UTF-8" standalone="yes"?>
<Relationships xmlns="http://schemas.openxmlformats.org/package/2006/relationships"><Relationship Id="rId9" Type="http://schemas.openxmlformats.org/officeDocument/2006/relationships/tags" Target="../tags/tag448.xml"/><Relationship Id="rId8" Type="http://schemas.openxmlformats.org/officeDocument/2006/relationships/tags" Target="../tags/tag447.xml"/><Relationship Id="rId7" Type="http://schemas.openxmlformats.org/officeDocument/2006/relationships/tags" Target="../tags/tag446.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 Id="rId3" Type="http://schemas.openxmlformats.org/officeDocument/2006/relationships/tags" Target="../tags/tag442.xml"/><Relationship Id="rId2" Type="http://schemas.openxmlformats.org/officeDocument/2006/relationships/tags" Target="../tags/tag441.xml"/><Relationship Id="rId10" Type="http://schemas.openxmlformats.org/officeDocument/2006/relationships/slideLayout" Target="../slideLayouts/slideLayout1.xml"/><Relationship Id="rId1" Type="http://schemas.openxmlformats.org/officeDocument/2006/relationships/tags" Target="../tags/tag440.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450.xml"/><Relationship Id="rId1" Type="http://schemas.openxmlformats.org/officeDocument/2006/relationships/tags" Target="../tags/tag4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2" name="副标题 1"/>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875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875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875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875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875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875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lstStyle/>
          <a:p>
            <a:r>
              <a:rPr lang="zh-CN" altLang="en-US" smtClean="0"/>
              <a:t>2022-6-6</a:t>
            </a:r>
            <a:endParaRPr lang="zh-CN" altLang="en-US"/>
          </a:p>
        </p:txBody>
      </p:sp>
      <p:sp>
        <p:nvSpPr>
          <p:cNvPr id="15" name="灯片编号占位符 1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lstStyle/>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2" name="文本占位符 1"/>
          <p:cNvSpPr>
            <a:spLocks noGrp="1"/>
          </p:cNvSpPr>
          <p:nvPr>
            <p:ph type="body" idx="1"/>
          </p:nvPr>
        </p:nvSpPr>
        <p:spPr/>
        <p:txBody>
          <a:bodyPr/>
          <a:p>
            <a:endParaRPr lang="zh-CN" altLang="en-US"/>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新民主主义革命时期分为五个阶段：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lstStyle/>
          <a:p>
            <a:r>
              <a:rPr lang="zh-CN" altLang="en-US" smtClean="0"/>
              <a:t>2022-6-6</a:t>
            </a:r>
            <a:endParaRPr lang="zh-CN" altLang="en-US"/>
          </a:p>
        </p:txBody>
      </p:sp>
      <p:sp>
        <p:nvSpPr>
          <p:cNvPr id="20" name="灯片编号占位符 19"/>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lstStyle/>
          <a:p>
            <a:r>
              <a:rPr lang="zh-CN" altLang="en-US" dirty="0"/>
              <a:t>中国共产党党史</a:t>
            </a:r>
            <a:endParaRPr lang="zh-CN" altLang="en-US" dirty="0"/>
          </a:p>
        </p:txBody>
      </p:sp>
    </p:spTree>
    <p:custDataLst>
      <p:tags r:id="rId9"/>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2" name="文本占位符 1"/>
          <p:cNvSpPr>
            <a:spLocks noGrp="1"/>
          </p:cNvSpPr>
          <p:nvPr>
            <p:ph type="body" idx="1"/>
          </p:nvPr>
        </p:nvSpPr>
        <p:spPr/>
        <p:txBody>
          <a:bodyPr/>
          <a:p>
            <a:endParaRPr lang="zh-CN" altLang="en-US"/>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lstStyle/>
          <a:p>
            <a:r>
              <a:rPr lang="zh-CN" altLang="en-US" smtClean="0"/>
              <a:t>2022-6-6</a:t>
            </a:r>
            <a:endParaRPr lang="zh-CN" altLang="en-US"/>
          </a:p>
        </p:txBody>
      </p:sp>
      <p:sp>
        <p:nvSpPr>
          <p:cNvPr id="15" name="灯片编号占位符 1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lstStyle/>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lstStyle/>
          <a:p>
            <a:r>
              <a:rPr lang="zh-CN" altLang="en-US" smtClean="0"/>
              <a:t>2022-6-6</a:t>
            </a:r>
            <a:endParaRPr lang="zh-CN" altLang="en-US"/>
          </a:p>
        </p:txBody>
      </p:sp>
      <p:sp>
        <p:nvSpPr>
          <p:cNvPr id="16" name="灯片编号占位符 15"/>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lstStyle/>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p>
            <a:endParaRPr lang="zh-CN" altLang="en-US"/>
          </a:p>
        </p:txBody>
      </p:sp>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lstStyle/>
          <a:p>
            <a:r>
              <a:rPr lang="zh-CN" altLang="en-US" smtClean="0"/>
              <a:t>2022-6-6</a:t>
            </a:r>
            <a:endParaRPr lang="zh-CN" altLang="en-US"/>
          </a:p>
        </p:txBody>
      </p:sp>
      <p:sp>
        <p:nvSpPr>
          <p:cNvPr id="21" name="灯片编号占位符 20"/>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lstStyle/>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2" name="文本占位符 1"/>
          <p:cNvSpPr>
            <a:spLocks noGrp="1"/>
          </p:cNvSpPr>
          <p:nvPr>
            <p:ph type="body" idx="1"/>
          </p:nvPr>
        </p:nvSpPr>
        <p:spPr/>
        <p:txBody>
          <a:bodyPr/>
          <a:p>
            <a:endParaRPr lang="zh-CN" altLang="en-US"/>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lstStyle/>
          <a:p>
            <a:r>
              <a:rPr lang="zh-CN" altLang="en-US" smtClean="0"/>
              <a:t>2022-6-6</a:t>
            </a:r>
            <a:endParaRPr lang="zh-CN" altLang="en-US"/>
          </a:p>
        </p:txBody>
      </p:sp>
      <p:sp>
        <p:nvSpPr>
          <p:cNvPr id="20" name="灯片编号占位符 19"/>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lstStyle/>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lstStyle/>
          <a:p>
            <a:r>
              <a:rPr lang="zh-CN" altLang="en-US" smtClean="0"/>
              <a:t>2022-6-6</a:t>
            </a:r>
            <a:endParaRPr lang="zh-CN" altLang="en-US"/>
          </a:p>
        </p:txBody>
      </p:sp>
      <p:sp>
        <p:nvSpPr>
          <p:cNvPr id="20" name="灯片编号占位符 19"/>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lstStyle/>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lstStyle/>
          <a:p>
            <a:r>
              <a:rPr lang="zh-CN" altLang="en-US" smtClean="0"/>
              <a:t>2022-6-6</a:t>
            </a:r>
            <a:endParaRPr lang="zh-CN" altLang="en-US"/>
          </a:p>
        </p:txBody>
      </p:sp>
      <p:sp>
        <p:nvSpPr>
          <p:cNvPr id="20" name="灯片编号占位符 19"/>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lstStyle/>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825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lstStyle/>
          <a:p>
            <a:r>
              <a:rPr lang="zh-CN" altLang="en-US" smtClean="0"/>
              <a:t>2022-6-6</a:t>
            </a:r>
            <a:endParaRPr lang="zh-CN" altLang="en-US"/>
          </a:p>
        </p:txBody>
      </p:sp>
      <p:sp>
        <p:nvSpPr>
          <p:cNvPr id="15" name="灯片编号占位符 1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lstStyle/>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lstStyle/>
          <a:p>
            <a:r>
              <a:rPr lang="zh-CN" altLang="en-US" smtClean="0"/>
              <a:t>2022-6-6</a:t>
            </a:r>
            <a:endParaRPr lang="zh-CN" altLang="en-US"/>
          </a:p>
        </p:txBody>
      </p:sp>
      <p:sp>
        <p:nvSpPr>
          <p:cNvPr id="15" name="灯片编号占位符 1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lstStyle/>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灯片编号占位符 19"/>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lstStyle/>
          <a:p>
            <a:r>
              <a:rPr lang="zh-CN" altLang="en-US" dirty="0"/>
              <a:t>中国共产党党史</a:t>
            </a:r>
            <a:endParaRPr lang="zh-CN" altLang="en-US" dirty="0"/>
          </a:p>
        </p:txBody>
      </p:sp>
      <p:sp>
        <p:nvSpPr>
          <p:cNvPr id="6" name="日期占位符 5"/>
          <p:cNvSpPr>
            <a:spLocks noGrp="1"/>
          </p:cNvSpPr>
          <p:nvPr>
            <p:ph type="dt" sz="half" idx="10"/>
          </p:nvPr>
        </p:nvSpPr>
        <p:spPr/>
        <p:txBody>
          <a:bodyPr/>
          <a:p>
            <a:r>
              <a:rPr lang="zh-CN" altLang="en-US" smtClean="0"/>
              <a:t>2022-6-6</a:t>
            </a:r>
            <a:endParaRPr lang="zh-CN" altLang="en-US"/>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灯片编号占位符 19"/>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lstStyle/>
          <a:p>
            <a:r>
              <a:rPr lang="zh-CN" altLang="en-US" dirty="0"/>
              <a:t>中国共产党党史</a:t>
            </a:r>
            <a:endParaRPr lang="zh-CN" altLang="en-US" dirty="0"/>
          </a:p>
        </p:txBody>
      </p:sp>
      <p:sp>
        <p:nvSpPr>
          <p:cNvPr id="6" name="日期占位符 5"/>
          <p:cNvSpPr>
            <a:spLocks noGrp="1"/>
          </p:cNvSpPr>
          <p:nvPr>
            <p:ph type="dt" sz="half" idx="10"/>
          </p:nvPr>
        </p:nvSpPr>
        <p:spPr/>
        <p:txBody>
          <a:bodyPr/>
          <a:p>
            <a:r>
              <a:rPr lang="zh-CN" altLang="en-US" smtClean="0"/>
              <a:t>2022-6-6</a:t>
            </a:r>
            <a:endParaRPr lang="zh-CN" altLang="en-US"/>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lstStyle/>
          <a:p>
            <a:r>
              <a:rPr lang="zh-CN" altLang="en-US" smtClean="0"/>
              <a:t>2022-6-6</a:t>
            </a:r>
            <a:endParaRPr lang="zh-CN" altLang="en-US"/>
          </a:p>
        </p:txBody>
      </p:sp>
      <p:sp>
        <p:nvSpPr>
          <p:cNvPr id="15" name="灯片编号占位符 1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lstStyle/>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2" name="文本占位符 1"/>
          <p:cNvSpPr>
            <a:spLocks noGrp="1"/>
          </p:cNvSpPr>
          <p:nvPr>
            <p:ph type="body" idx="1"/>
          </p:nvPr>
        </p:nvSpPr>
        <p:spPr/>
        <p:txBody>
          <a:bodyPr/>
          <a:p>
            <a:endParaRPr lang="zh-CN" altLang="en-US"/>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lstStyle/>
          <a:p>
            <a:r>
              <a:rPr lang="zh-CN" altLang="en-US" smtClean="0"/>
              <a:t>2022-6-6</a:t>
            </a:r>
            <a:endParaRPr lang="zh-CN" altLang="en-US"/>
          </a:p>
        </p:txBody>
      </p:sp>
      <p:sp>
        <p:nvSpPr>
          <p:cNvPr id="20" name="灯片编号占位符 19"/>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lstStyle/>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endParaRPr lang="zh-CN" altLang="en-US"/>
          </a:p>
        </p:txBody>
      </p:sp>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lstStyle/>
          <a:p>
            <a:r>
              <a:rPr lang="zh-CN" altLang="en-US" smtClean="0"/>
              <a:t>2022-6-6</a:t>
            </a:r>
            <a:endParaRPr lang="zh-CN" altLang="en-US"/>
          </a:p>
        </p:txBody>
      </p:sp>
      <p:sp>
        <p:nvSpPr>
          <p:cNvPr id="20" name="灯片编号占位符 19"/>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lstStyle/>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fontScale="90000"/>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3" name="文本占位符 2"/>
          <p:cNvSpPr>
            <a:spLocks noGrp="1"/>
          </p:cNvSpPr>
          <p:nvPr>
            <p:ph type="body" sz="quarter" idx="13"/>
          </p:nvPr>
        </p:nvSpPr>
        <p:spPr/>
        <p:txBody>
          <a:bodyPr>
            <a:normAutofit lnSpcReduction="10000"/>
          </a:bodyPr>
          <a:p>
            <a:endParaRPr lang="zh-CN" altLang="en-US"/>
          </a:p>
        </p:txBody>
      </p:sp>
      <p:sp>
        <p:nvSpPr>
          <p:cNvPr id="9" name="日期占位符 8"/>
          <p:cNvSpPr>
            <a:spLocks noGrp="1"/>
          </p:cNvSpPr>
          <p:nvPr>
            <p:ph type="dt" sz="half" idx="10"/>
          </p:nvPr>
        </p:nvSpPr>
        <p:spPr/>
        <p:txBody>
          <a:bodyPr/>
          <a:lstStyle/>
          <a:p>
            <a:r>
              <a:rPr lang="zh-CN" altLang="en-US" smtClean="0"/>
              <a:t>2022-6-6</a:t>
            </a:r>
            <a:endParaRPr lang="zh-CN" altLang="en-US"/>
          </a:p>
        </p:txBody>
      </p:sp>
      <p:sp>
        <p:nvSpPr>
          <p:cNvPr id="10" name="灯片编号占位符 9"/>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13" name="页脚占位符 12"/>
          <p:cNvSpPr>
            <a:spLocks noGrp="1"/>
          </p:cNvSpPr>
          <p:nvPr>
            <p:ph type="ftr" sz="quarter" idx="11"/>
          </p:nvPr>
        </p:nvSpPr>
        <p:spPr/>
        <p:txBody>
          <a:bodyPr/>
          <a:lstStyle/>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26.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127.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128.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35.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136.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37.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38.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39.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40.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141.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43.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45.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4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5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5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5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5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7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0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1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1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2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2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2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2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2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3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5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7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8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5.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97.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99.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0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0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0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2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3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4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4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5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5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5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6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64.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66.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68.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7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9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9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0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1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2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6.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28.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30.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3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3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3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3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3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4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4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4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4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4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49.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450.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451.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10832</Words>
  <Application>WPS 演示</Application>
  <PresentationFormat>宽屏</PresentationFormat>
  <Paragraphs>510</Paragraphs>
  <Slides>47</Slides>
  <Notes>7</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47</vt:i4>
      </vt:variant>
    </vt:vector>
  </HeadingPairs>
  <TitlesOfParts>
    <vt:vector size="60" baseType="lpstr">
      <vt:lpstr>Arial</vt:lpstr>
      <vt:lpstr>宋体</vt:lpstr>
      <vt:lpstr>Wingdings</vt:lpstr>
      <vt:lpstr>Wingdings</vt:lpstr>
      <vt:lpstr>楷体</vt:lpstr>
      <vt:lpstr>微软雅黑</vt:lpstr>
      <vt:lpstr>Segoe UI</vt:lpstr>
      <vt:lpstr>Arial Unicode MS</vt:lpstr>
      <vt:lpstr>Franklin Gothic Medium</vt:lpstr>
      <vt:lpstr>隶书</vt:lpstr>
      <vt:lpstr>Franklin Gothic Book</vt:lpstr>
      <vt:lpstr>自定义设计方案</vt:lpstr>
      <vt:lpstr>1_自定义设计方案</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中国共产党党史</dc:title>
  <dc:creator>root</dc:creator>
  <cp:lastModifiedBy>Administrator</cp:lastModifiedBy>
  <cp:revision>20</cp:revision>
  <dcterms:created xsi:type="dcterms:W3CDTF">2026-08-27T09:12:40Z</dcterms:created>
  <dcterms:modified xsi:type="dcterms:W3CDTF">2026-08-27T09:12:40Z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