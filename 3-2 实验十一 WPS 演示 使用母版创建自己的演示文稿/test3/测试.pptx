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4.jpe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7325" y="4221163"/>
            <a:ext cx="1123950" cy="111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626431" y="2054279"/>
            <a:ext cx="10937866" cy="1446549"/>
          </a:xfrm>
          <a:noFill/>
          <a:ln>
            <a:noFill/>
          </a:ln>
        </p:spPr>
        <p:txBody>
          <a:bodyPr rtlCol="0">
            <a:noAutofit/>
            <a:scene3d>
              <a:camera prst="orthographicFront"/>
              <a:lightRig rig="threePt" dir="t">
                <a:rot lat="0" lon="0" rev="600000"/>
              </a:lightRig>
            </a:scene3d>
            <a:sp3d extrusionH="76200" contourW="12700" prstMaterial="plastic">
              <a:bevelB w="69850" h="44450"/>
              <a:extrusionClr>
                <a:srgbClr val="EACA4E"/>
              </a:extrusionClr>
              <a:contourClr>
                <a:schemeClr val="accent6">
                  <a:lumMod val="75000"/>
                </a:schemeClr>
              </a:contourClr>
            </a:sp3d>
          </a:bodyPr>
          <a:lstStyle>
            <a:lvl1pPr algn="ctr">
              <a:defRPr lang="zh-CN" altLang="en-US" sz="6600" b="1" i="0" spc="-300" dirty="0">
                <a:ln w="25400">
                  <a:noFill/>
                </a:ln>
                <a:gradFill>
                  <a:gsLst>
                    <a:gs pos="0">
                      <a:schemeClr val="accent5"/>
                    </a:gs>
                    <a:gs pos="74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5400000" scaled="1"/>
                </a:gradFill>
                <a:effectLst>
                  <a:outerShdw blurRad="762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627380" y="3503295"/>
            <a:ext cx="10937875" cy="455295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altLang="en-US" dirty="0">
                <a:solidFill>
                  <a:schemeClr val="accent5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715" y="1462405"/>
            <a:ext cx="10515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标题 10"/>
          <p:cNvSpPr>
            <a:spLocks noGrp="1"/>
          </p:cNvSpPr>
          <p:nvPr>
            <p:ph type="title"/>
          </p:nvPr>
        </p:nvSpPr>
        <p:spPr>
          <a:xfrm>
            <a:off x="640927" y="509906"/>
            <a:ext cx="7382933" cy="58483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目录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3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B5917-E824-4DBF-B344-9EB16D71D92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572102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44260" y="1572102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640927" y="509906"/>
            <a:ext cx="7382933" cy="58483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文字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2711450" y="1700213"/>
            <a:ext cx="8856663" cy="3889375"/>
          </a:xfrm>
          <a:prstGeom prst="rect">
            <a:avLst/>
          </a:prstGeom>
          <a:noFill/>
          <a:ln w="9525">
            <a:solidFill>
              <a:schemeClr val="accent1"/>
            </a:solidFill>
          </a:ln>
          <a:effectLst>
            <a:outerShdw blurRad="279400" dist="266700" dir="7800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4"/>
          </p:nvPr>
        </p:nvSpPr>
        <p:spPr>
          <a:xfrm>
            <a:off x="8610600" y="959377"/>
            <a:ext cx="3395663" cy="2201863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3"/>
          </p:nvPr>
        </p:nvSpPr>
        <p:spPr>
          <a:xfrm>
            <a:off x="435690" y="3140916"/>
            <a:ext cx="3395270" cy="2210640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5"/>
          </p:nvPr>
        </p:nvSpPr>
        <p:spPr>
          <a:xfrm>
            <a:off x="3986213" y="2030931"/>
            <a:ext cx="4340225" cy="34650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6"/>
          </p:nvPr>
        </p:nvSpPr>
        <p:spPr>
          <a:xfrm>
            <a:off x="8610600" y="3594961"/>
            <a:ext cx="2852738" cy="1843814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标题 10"/>
          <p:cNvSpPr>
            <a:spLocks noGrp="1"/>
          </p:cNvSpPr>
          <p:nvPr>
            <p:ph type="title"/>
          </p:nvPr>
        </p:nvSpPr>
        <p:spPr>
          <a:xfrm>
            <a:off x="640927" y="509906"/>
            <a:ext cx="7382933" cy="58483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日期占位符 1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EF14B0-B912-4BAC-883B-3A354CA0A6C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640927" y="509906"/>
            <a:ext cx="7382933" cy="58483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纵轴中段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7"/>
          <p:cNvGrpSpPr/>
          <p:nvPr/>
        </p:nvGrpSpPr>
        <p:grpSpPr bwMode="auto">
          <a:xfrm>
            <a:off x="5851525" y="3175"/>
            <a:ext cx="96838" cy="6854825"/>
            <a:chOff x="4514304" y="1627801"/>
            <a:chExt cx="93134" cy="5181983"/>
          </a:xfrm>
        </p:grpSpPr>
        <p:cxnSp>
          <p:nvCxnSpPr>
            <p:cNvPr id="11" name="直接连接符 10"/>
            <p:cNvCxnSpPr/>
            <p:nvPr>
              <p:custDataLst>
                <p:tags r:id="rId3"/>
              </p:custDataLst>
            </p:nvPr>
          </p:nvCxnSpPr>
          <p:spPr>
            <a:xfrm>
              <a:off x="4514304" y="1627801"/>
              <a:ext cx="0" cy="51819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>
              <p:custDataLst>
                <p:tags r:id="rId4"/>
              </p:custDataLst>
            </p:nvPr>
          </p:nvCxnSpPr>
          <p:spPr>
            <a:xfrm flipH="1">
              <a:off x="4607438" y="1627801"/>
              <a:ext cx="0" cy="51819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4"/>
          <p:cNvGrpSpPr/>
          <p:nvPr/>
        </p:nvGrpSpPr>
        <p:grpSpPr bwMode="auto">
          <a:xfrm>
            <a:off x="5840413" y="2571750"/>
            <a:ext cx="868362" cy="331788"/>
            <a:chOff x="9216" y="6091"/>
            <a:chExt cx="1364" cy="521"/>
          </a:xfrm>
        </p:grpSpPr>
        <p:sp>
          <p:nvSpPr>
            <p:cNvPr id="14" name="任意多边形 13"/>
            <p:cNvSpPr/>
            <p:nvPr>
              <p:custDataLst>
                <p:tags r:id="rId5"/>
              </p:custDataLst>
            </p:nvPr>
          </p:nvSpPr>
          <p:spPr>
            <a:xfrm rot="16200000">
              <a:off x="9322" y="6007"/>
              <a:ext cx="446" cy="673"/>
            </a:xfrm>
            <a:custGeom>
              <a:avLst/>
              <a:gdLst>
                <a:gd name="connsiteX0" fmla="*/ 0 w 423836"/>
                <a:gd name="connsiteY0" fmla="*/ 0 h 436034"/>
                <a:gd name="connsiteX1" fmla="*/ 423836 w 423836"/>
                <a:gd name="connsiteY1" fmla="*/ 0 h 436034"/>
                <a:gd name="connsiteX2" fmla="*/ 411707 w 423836"/>
                <a:gd name="connsiteY2" fmla="*/ 17342 h 436034"/>
                <a:gd name="connsiteX3" fmla="*/ 211918 w 423836"/>
                <a:gd name="connsiteY3" fmla="*/ 436034 h 436034"/>
                <a:gd name="connsiteX4" fmla="*/ 12129 w 423836"/>
                <a:gd name="connsiteY4" fmla="*/ 17342 h 436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836" h="436034">
                  <a:moveTo>
                    <a:pt x="0" y="0"/>
                  </a:moveTo>
                  <a:lnTo>
                    <a:pt x="423836" y="0"/>
                  </a:lnTo>
                  <a:lnTo>
                    <a:pt x="411707" y="17342"/>
                  </a:lnTo>
                  <a:cubicBezTo>
                    <a:pt x="332943" y="144741"/>
                    <a:pt x="266347" y="284306"/>
                    <a:pt x="211918" y="436034"/>
                  </a:cubicBezTo>
                  <a:cubicBezTo>
                    <a:pt x="157490" y="284306"/>
                    <a:pt x="90893" y="144741"/>
                    <a:pt x="12129" y="1734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sz="2800" noProof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grpSp>
          <p:nvGrpSpPr>
            <p:cNvPr id="15" name="组合 16"/>
            <p:cNvGrpSpPr/>
            <p:nvPr/>
          </p:nvGrpSpPr>
          <p:grpSpPr bwMode="auto">
            <a:xfrm>
              <a:off x="10059" y="6091"/>
              <a:ext cx="521" cy="521"/>
              <a:chOff x="6931534" y="3496733"/>
              <a:chExt cx="287867" cy="287867"/>
            </a:xfrm>
          </p:grpSpPr>
          <p:sp>
            <p:nvSpPr>
              <p:cNvPr id="16" name="同心圆 15"/>
              <p:cNvSpPr/>
              <p:nvPr>
                <p:custDataLst>
                  <p:tags r:id="rId6"/>
                </p:custDataLst>
              </p:nvPr>
            </p:nvSpPr>
            <p:spPr>
              <a:xfrm>
                <a:off x="6931445" y="3496733"/>
                <a:ext cx="287956" cy="287867"/>
              </a:xfrm>
              <a:prstGeom prst="donut">
                <a:avLst>
                  <a:gd name="adj" fmla="val 13118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defRPr/>
                </a:pPr>
                <a:endParaRPr lang="zh-CN" altLang="en-US" sz="1400" noProof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椭圆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6998956" y="3564224"/>
                <a:ext cx="152934" cy="15288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25000" lnSpcReduction="20000"/>
              </a:bodyPr>
              <a:lstStyle/>
              <a:p>
                <a:pPr algn="ctr" eaLnBrk="1" fontAlgn="auto" hangingPunct="1">
                  <a:defRPr/>
                </a:pPr>
                <a:endParaRPr lang="zh-CN" altLang="en-US" sz="800" noProof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8" name="组合 21"/>
          <p:cNvGrpSpPr/>
          <p:nvPr/>
        </p:nvGrpSpPr>
        <p:grpSpPr bwMode="auto">
          <a:xfrm>
            <a:off x="5076825" y="960438"/>
            <a:ext cx="892175" cy="330200"/>
            <a:chOff x="7961" y="3557"/>
            <a:chExt cx="1406" cy="521"/>
          </a:xfrm>
        </p:grpSpPr>
        <p:sp>
          <p:nvSpPr>
            <p:cNvPr id="19" name="任意多边形 18"/>
            <p:cNvSpPr/>
            <p:nvPr>
              <p:custDataLst>
                <p:tags r:id="rId8"/>
              </p:custDataLst>
            </p:nvPr>
          </p:nvSpPr>
          <p:spPr>
            <a:xfrm rot="5400000" flipH="1">
              <a:off x="8800" y="3471"/>
              <a:ext cx="443" cy="675"/>
            </a:xfrm>
            <a:custGeom>
              <a:avLst/>
              <a:gdLst>
                <a:gd name="connsiteX0" fmla="*/ 0 w 423836"/>
                <a:gd name="connsiteY0" fmla="*/ 0 h 436034"/>
                <a:gd name="connsiteX1" fmla="*/ 423836 w 423836"/>
                <a:gd name="connsiteY1" fmla="*/ 0 h 436034"/>
                <a:gd name="connsiteX2" fmla="*/ 411707 w 423836"/>
                <a:gd name="connsiteY2" fmla="*/ 17342 h 436034"/>
                <a:gd name="connsiteX3" fmla="*/ 211918 w 423836"/>
                <a:gd name="connsiteY3" fmla="*/ 436034 h 436034"/>
                <a:gd name="connsiteX4" fmla="*/ 12129 w 423836"/>
                <a:gd name="connsiteY4" fmla="*/ 17342 h 436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836" h="436034">
                  <a:moveTo>
                    <a:pt x="0" y="0"/>
                  </a:moveTo>
                  <a:lnTo>
                    <a:pt x="423836" y="0"/>
                  </a:lnTo>
                  <a:lnTo>
                    <a:pt x="411707" y="17342"/>
                  </a:lnTo>
                  <a:cubicBezTo>
                    <a:pt x="332943" y="144741"/>
                    <a:pt x="266347" y="284306"/>
                    <a:pt x="211918" y="436034"/>
                  </a:cubicBezTo>
                  <a:cubicBezTo>
                    <a:pt x="157490" y="284306"/>
                    <a:pt x="90893" y="144741"/>
                    <a:pt x="12129" y="1734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sz="2800" noProof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grpSp>
          <p:nvGrpSpPr>
            <p:cNvPr id="20" name="组合 23"/>
            <p:cNvGrpSpPr/>
            <p:nvPr/>
          </p:nvGrpSpPr>
          <p:grpSpPr bwMode="auto">
            <a:xfrm>
              <a:off x="7961" y="3557"/>
              <a:ext cx="521" cy="521"/>
              <a:chOff x="6931534" y="3496733"/>
              <a:chExt cx="287867" cy="287867"/>
            </a:xfrm>
          </p:grpSpPr>
          <p:sp>
            <p:nvSpPr>
              <p:cNvPr id="21" name="同心圆 20"/>
              <p:cNvSpPr/>
              <p:nvPr>
                <p:custDataLst>
                  <p:tags r:id="rId9"/>
                </p:custDataLst>
              </p:nvPr>
            </p:nvSpPr>
            <p:spPr>
              <a:xfrm>
                <a:off x="6931534" y="3496733"/>
                <a:ext cx="287519" cy="287867"/>
              </a:xfrm>
              <a:prstGeom prst="donut">
                <a:avLst>
                  <a:gd name="adj" fmla="val 13118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defRPr/>
                </a:pPr>
                <a:endParaRPr lang="zh-CN" altLang="en-US" sz="1400" noProof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椭圆 21"/>
              <p:cNvSpPr/>
              <p:nvPr>
                <p:custDataLst>
                  <p:tags r:id="rId10"/>
                </p:custDataLst>
              </p:nvPr>
            </p:nvSpPr>
            <p:spPr>
              <a:xfrm>
                <a:off x="6999267" y="3564547"/>
                <a:ext cx="152053" cy="15223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25000" lnSpcReduction="20000"/>
              </a:bodyPr>
              <a:lstStyle/>
              <a:p>
                <a:pPr algn="ctr" eaLnBrk="1" fontAlgn="auto" hangingPunct="1">
                  <a:defRPr/>
                </a:pPr>
                <a:endParaRPr lang="zh-CN" altLang="en-US" sz="800" noProof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3" name="组合 28"/>
          <p:cNvGrpSpPr/>
          <p:nvPr/>
        </p:nvGrpSpPr>
        <p:grpSpPr bwMode="auto">
          <a:xfrm>
            <a:off x="5083175" y="4240213"/>
            <a:ext cx="874713" cy="331787"/>
            <a:chOff x="7978" y="8703"/>
            <a:chExt cx="1406" cy="521"/>
          </a:xfrm>
        </p:grpSpPr>
        <p:sp>
          <p:nvSpPr>
            <p:cNvPr id="24" name="任意多边形 23"/>
            <p:cNvSpPr/>
            <p:nvPr>
              <p:custDataLst>
                <p:tags r:id="rId11"/>
              </p:custDataLst>
            </p:nvPr>
          </p:nvSpPr>
          <p:spPr>
            <a:xfrm rot="5400000" flipH="1">
              <a:off x="8824" y="8624"/>
              <a:ext cx="444" cy="676"/>
            </a:xfrm>
            <a:custGeom>
              <a:avLst/>
              <a:gdLst>
                <a:gd name="connsiteX0" fmla="*/ 0 w 423836"/>
                <a:gd name="connsiteY0" fmla="*/ 0 h 436034"/>
                <a:gd name="connsiteX1" fmla="*/ 423836 w 423836"/>
                <a:gd name="connsiteY1" fmla="*/ 0 h 436034"/>
                <a:gd name="connsiteX2" fmla="*/ 411707 w 423836"/>
                <a:gd name="connsiteY2" fmla="*/ 17342 h 436034"/>
                <a:gd name="connsiteX3" fmla="*/ 211918 w 423836"/>
                <a:gd name="connsiteY3" fmla="*/ 436034 h 436034"/>
                <a:gd name="connsiteX4" fmla="*/ 12129 w 423836"/>
                <a:gd name="connsiteY4" fmla="*/ 17342 h 436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836" h="436034">
                  <a:moveTo>
                    <a:pt x="0" y="0"/>
                  </a:moveTo>
                  <a:lnTo>
                    <a:pt x="423836" y="0"/>
                  </a:lnTo>
                  <a:lnTo>
                    <a:pt x="411707" y="17342"/>
                  </a:lnTo>
                  <a:cubicBezTo>
                    <a:pt x="332943" y="144741"/>
                    <a:pt x="266347" y="284306"/>
                    <a:pt x="211918" y="436034"/>
                  </a:cubicBezTo>
                  <a:cubicBezTo>
                    <a:pt x="157490" y="284306"/>
                    <a:pt x="90893" y="144741"/>
                    <a:pt x="12129" y="1734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sz="2800" noProof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grpSp>
          <p:nvGrpSpPr>
            <p:cNvPr id="25" name="组合 30"/>
            <p:cNvGrpSpPr/>
            <p:nvPr/>
          </p:nvGrpSpPr>
          <p:grpSpPr bwMode="auto">
            <a:xfrm>
              <a:off x="7978" y="8703"/>
              <a:ext cx="521" cy="521"/>
              <a:chOff x="6931534" y="3496733"/>
              <a:chExt cx="287867" cy="287867"/>
            </a:xfrm>
          </p:grpSpPr>
          <p:sp>
            <p:nvSpPr>
              <p:cNvPr id="26" name="同心圆 25"/>
              <p:cNvSpPr/>
              <p:nvPr>
                <p:custDataLst>
                  <p:tags r:id="rId12"/>
                </p:custDataLst>
              </p:nvPr>
            </p:nvSpPr>
            <p:spPr>
              <a:xfrm>
                <a:off x="6931534" y="3496733"/>
                <a:ext cx="287619" cy="287867"/>
              </a:xfrm>
              <a:prstGeom prst="donut">
                <a:avLst>
                  <a:gd name="adj" fmla="val 13118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defRPr/>
                </a:pPr>
                <a:endParaRPr lang="zh-CN" altLang="en-US" sz="1400" noProof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椭圆 26"/>
              <p:cNvSpPr/>
              <p:nvPr>
                <p:custDataLst>
                  <p:tags r:id="rId13"/>
                </p:custDataLst>
              </p:nvPr>
            </p:nvSpPr>
            <p:spPr>
              <a:xfrm>
                <a:off x="6999209" y="3564223"/>
                <a:ext cx="152269" cy="1528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25000" lnSpcReduction="20000"/>
              </a:bodyPr>
              <a:lstStyle/>
              <a:p>
                <a:pPr algn="ctr" eaLnBrk="1" fontAlgn="auto" hangingPunct="1">
                  <a:defRPr/>
                </a:pPr>
                <a:endParaRPr lang="zh-CN" altLang="en-US" sz="800" noProof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8" name="组合 49"/>
          <p:cNvGrpSpPr/>
          <p:nvPr/>
        </p:nvGrpSpPr>
        <p:grpSpPr bwMode="auto">
          <a:xfrm>
            <a:off x="5851525" y="5854700"/>
            <a:ext cx="866775" cy="330200"/>
            <a:chOff x="9216" y="9219"/>
            <a:chExt cx="1364" cy="521"/>
          </a:xfrm>
        </p:grpSpPr>
        <p:sp>
          <p:nvSpPr>
            <p:cNvPr id="29" name="任意多边形 28"/>
            <p:cNvSpPr/>
            <p:nvPr>
              <p:custDataLst>
                <p:tags r:id="rId14"/>
              </p:custDataLst>
            </p:nvPr>
          </p:nvSpPr>
          <p:spPr>
            <a:xfrm rot="16200000">
              <a:off x="9329" y="9143"/>
              <a:ext cx="446" cy="672"/>
            </a:xfrm>
            <a:custGeom>
              <a:avLst/>
              <a:gdLst>
                <a:gd name="connsiteX0" fmla="*/ 0 w 423836"/>
                <a:gd name="connsiteY0" fmla="*/ 0 h 436034"/>
                <a:gd name="connsiteX1" fmla="*/ 423836 w 423836"/>
                <a:gd name="connsiteY1" fmla="*/ 0 h 436034"/>
                <a:gd name="connsiteX2" fmla="*/ 411707 w 423836"/>
                <a:gd name="connsiteY2" fmla="*/ 17342 h 436034"/>
                <a:gd name="connsiteX3" fmla="*/ 211918 w 423836"/>
                <a:gd name="connsiteY3" fmla="*/ 436034 h 436034"/>
                <a:gd name="connsiteX4" fmla="*/ 12129 w 423836"/>
                <a:gd name="connsiteY4" fmla="*/ 17342 h 436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836" h="436034">
                  <a:moveTo>
                    <a:pt x="0" y="0"/>
                  </a:moveTo>
                  <a:lnTo>
                    <a:pt x="423836" y="0"/>
                  </a:lnTo>
                  <a:lnTo>
                    <a:pt x="411707" y="17342"/>
                  </a:lnTo>
                  <a:cubicBezTo>
                    <a:pt x="332943" y="144741"/>
                    <a:pt x="266347" y="284306"/>
                    <a:pt x="211918" y="436034"/>
                  </a:cubicBezTo>
                  <a:cubicBezTo>
                    <a:pt x="157490" y="284306"/>
                    <a:pt x="90893" y="144741"/>
                    <a:pt x="12129" y="1734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eaLnBrk="1" fontAlgn="auto" hangingPunct="1">
                <a:defRPr/>
              </a:pPr>
              <a:endParaRPr lang="zh-CN" altLang="en-US" noProof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grpSp>
          <p:nvGrpSpPr>
            <p:cNvPr id="30" name="组合 51"/>
            <p:cNvGrpSpPr/>
            <p:nvPr/>
          </p:nvGrpSpPr>
          <p:grpSpPr bwMode="auto">
            <a:xfrm>
              <a:off x="10059" y="9219"/>
              <a:ext cx="521" cy="521"/>
              <a:chOff x="6931534" y="3496733"/>
              <a:chExt cx="287867" cy="287867"/>
            </a:xfrm>
          </p:grpSpPr>
          <p:sp>
            <p:nvSpPr>
              <p:cNvPr id="31" name="同心圆 30"/>
              <p:cNvSpPr/>
              <p:nvPr>
                <p:custDataLst>
                  <p:tags r:id="rId15"/>
                </p:custDataLst>
              </p:nvPr>
            </p:nvSpPr>
            <p:spPr>
              <a:xfrm>
                <a:off x="6930918" y="3496733"/>
                <a:ext cx="288483" cy="287867"/>
              </a:xfrm>
              <a:prstGeom prst="donut">
                <a:avLst>
                  <a:gd name="adj" fmla="val 13118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60000" lnSpcReduction="20000"/>
              </a:bodyPr>
              <a:lstStyle/>
              <a:p>
                <a:pPr algn="ctr" eaLnBrk="1" fontAlgn="auto" hangingPunct="1">
                  <a:defRPr/>
                </a:pPr>
                <a:endParaRPr lang="zh-CN" altLang="en-US" noProof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椭圆 31"/>
              <p:cNvSpPr/>
              <p:nvPr>
                <p:custDataLst>
                  <p:tags r:id="rId16"/>
                </p:custDataLst>
              </p:nvPr>
            </p:nvSpPr>
            <p:spPr>
              <a:xfrm>
                <a:off x="6998552" y="3564548"/>
                <a:ext cx="153214" cy="15223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25000" lnSpcReduction="20000"/>
              </a:bodyPr>
              <a:lstStyle/>
              <a:p>
                <a:pPr algn="ctr" eaLnBrk="1" fontAlgn="auto" hangingPunct="1">
                  <a:defRPr/>
                </a:pPr>
                <a:endParaRPr lang="zh-CN" altLang="en-US" noProof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文本占位符 57"/>
          <p:cNvSpPr>
            <a:spLocks noGrp="1"/>
          </p:cNvSpPr>
          <p:nvPr>
            <p:ph type="body" sz="quarter" idx="13"/>
          </p:nvPr>
        </p:nvSpPr>
        <p:spPr>
          <a:xfrm>
            <a:off x="1009650" y="228600"/>
            <a:ext cx="3919706" cy="323850"/>
          </a:xfrm>
        </p:spPr>
        <p:txBody>
          <a:bodyPr>
            <a:noAutofit/>
          </a:bodyPr>
          <a:lstStyle>
            <a:lvl1pPr marL="0" indent="0" algn="r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/>
          </a:p>
        </p:txBody>
      </p:sp>
      <p:sp>
        <p:nvSpPr>
          <p:cNvPr id="60" name="文本占位符 59"/>
          <p:cNvSpPr>
            <a:spLocks noGrp="1"/>
          </p:cNvSpPr>
          <p:nvPr>
            <p:ph type="body" sz="quarter" idx="14"/>
          </p:nvPr>
        </p:nvSpPr>
        <p:spPr>
          <a:xfrm>
            <a:off x="1009650" y="677545"/>
            <a:ext cx="3919706" cy="1114425"/>
          </a:xfrm>
        </p:spPr>
        <p:txBody>
          <a:bodyPr>
            <a:normAutofit/>
          </a:bodyPr>
          <a:lstStyle>
            <a:lvl1pPr marL="0" indent="0" algn="r">
              <a:buNone/>
              <a:defRPr sz="1400"/>
            </a:lvl1pPr>
          </a:lstStyle>
          <a:p>
            <a:pPr lvl="0"/>
            <a:endParaRPr lang="zh-CN" altLang="en-US" noProof="1"/>
          </a:p>
        </p:txBody>
      </p:sp>
      <p:sp>
        <p:nvSpPr>
          <p:cNvPr id="61" name="文本占位符 57"/>
          <p:cNvSpPr>
            <a:spLocks noGrp="1"/>
          </p:cNvSpPr>
          <p:nvPr>
            <p:ph type="body" sz="quarter" idx="15"/>
          </p:nvPr>
        </p:nvSpPr>
        <p:spPr>
          <a:xfrm>
            <a:off x="1009650" y="3507105"/>
            <a:ext cx="3919706" cy="323850"/>
          </a:xfrm>
        </p:spPr>
        <p:txBody>
          <a:bodyPr>
            <a:noAutofit/>
          </a:bodyPr>
          <a:lstStyle>
            <a:lvl1pPr marL="0" indent="0" algn="r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/>
          </a:p>
        </p:txBody>
      </p:sp>
      <p:sp>
        <p:nvSpPr>
          <p:cNvPr id="62" name="文本占位符 59"/>
          <p:cNvSpPr>
            <a:spLocks noGrp="1"/>
          </p:cNvSpPr>
          <p:nvPr>
            <p:ph type="body" sz="quarter" idx="16"/>
          </p:nvPr>
        </p:nvSpPr>
        <p:spPr>
          <a:xfrm>
            <a:off x="1009650" y="3956050"/>
            <a:ext cx="3919706" cy="1114425"/>
          </a:xfrm>
        </p:spPr>
        <p:txBody>
          <a:bodyPr>
            <a:normAutofit/>
          </a:bodyPr>
          <a:lstStyle>
            <a:lvl1pPr marL="0" indent="0" algn="r">
              <a:buNone/>
              <a:defRPr sz="1400"/>
            </a:lvl1pPr>
          </a:lstStyle>
          <a:p>
            <a:pPr lvl="0"/>
            <a:endParaRPr lang="zh-CN" altLang="en-US" noProof="1"/>
          </a:p>
        </p:txBody>
      </p:sp>
      <p:sp>
        <p:nvSpPr>
          <p:cNvPr id="63" name="文本占位符 57"/>
          <p:cNvSpPr>
            <a:spLocks noGrp="1"/>
          </p:cNvSpPr>
          <p:nvPr>
            <p:ph type="body" sz="quarter" idx="17"/>
          </p:nvPr>
        </p:nvSpPr>
        <p:spPr>
          <a:xfrm>
            <a:off x="6926580" y="1804670"/>
            <a:ext cx="3919706" cy="323850"/>
          </a:xfr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/>
          </a:p>
        </p:txBody>
      </p:sp>
      <p:sp>
        <p:nvSpPr>
          <p:cNvPr id="64" name="文本占位符 59"/>
          <p:cNvSpPr>
            <a:spLocks noGrp="1"/>
          </p:cNvSpPr>
          <p:nvPr>
            <p:ph type="body" sz="quarter" idx="18"/>
          </p:nvPr>
        </p:nvSpPr>
        <p:spPr>
          <a:xfrm>
            <a:off x="6926580" y="2259330"/>
            <a:ext cx="3919706" cy="1114425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</a:lstStyle>
          <a:p>
            <a:pPr lvl="0"/>
            <a:endParaRPr lang="zh-CN" altLang="en-US" noProof="1"/>
          </a:p>
        </p:txBody>
      </p:sp>
      <p:sp>
        <p:nvSpPr>
          <p:cNvPr id="65" name="文本占位符 57"/>
          <p:cNvSpPr>
            <a:spLocks noGrp="1"/>
          </p:cNvSpPr>
          <p:nvPr>
            <p:ph type="body" sz="quarter" idx="19"/>
          </p:nvPr>
        </p:nvSpPr>
        <p:spPr>
          <a:xfrm>
            <a:off x="6926580" y="5070475"/>
            <a:ext cx="3919706" cy="323850"/>
          </a:xfr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/>
          </a:p>
        </p:txBody>
      </p:sp>
      <p:sp>
        <p:nvSpPr>
          <p:cNvPr id="66" name="文本占位符 59"/>
          <p:cNvSpPr>
            <a:spLocks noGrp="1"/>
          </p:cNvSpPr>
          <p:nvPr>
            <p:ph type="body" sz="quarter" idx="20"/>
          </p:nvPr>
        </p:nvSpPr>
        <p:spPr>
          <a:xfrm>
            <a:off x="6926580" y="5525135"/>
            <a:ext cx="3919706" cy="1114425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</a:lstStyle>
          <a:p>
            <a:pPr lvl="0"/>
            <a:endParaRPr lang="zh-CN" altLang="en-US" noProof="1"/>
          </a:p>
        </p:txBody>
      </p:sp>
      <p:sp>
        <p:nvSpPr>
          <p:cNvPr id="33" name="日期占位符 1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" name="页脚占位符 2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5" name="灯片编号占位符 3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CC7F9-3EC6-43FC-9294-69A11BE4205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63" y="4341813"/>
            <a:ext cx="4497387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611313"/>
            <a:ext cx="2816225" cy="521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5513388"/>
            <a:ext cx="13444538" cy="134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25" y="4449763"/>
            <a:ext cx="4787900" cy="111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E32F3-BACB-451C-A241-D8ED0A2672F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7068" y="1984543"/>
            <a:ext cx="10937865" cy="1311128"/>
          </a:xfrm>
          <a:noFill/>
          <a:ln>
            <a:noFill/>
          </a:ln>
        </p:spPr>
        <p:txBody>
          <a:bodyPr rtlCol="0">
            <a:noAutofit/>
            <a:scene3d>
              <a:camera prst="orthographicFront"/>
              <a:lightRig rig="threePt" dir="t">
                <a:rot lat="0" lon="0" rev="600000"/>
              </a:lightRig>
            </a:scene3d>
            <a:sp3d extrusionH="76200" contourW="12700" prstMaterial="plastic">
              <a:bevelB w="69850" h="44450"/>
              <a:extrusionClr>
                <a:srgbClr val="EACA4E"/>
              </a:extrusionClr>
              <a:contourClr>
                <a:schemeClr val="accent6">
                  <a:lumMod val="75000"/>
                </a:schemeClr>
              </a:contourClr>
            </a:sp3d>
          </a:bodyPr>
          <a:lstStyle>
            <a:lvl1pPr algn="ctr">
              <a:defRPr lang="zh-CN" altLang="en-US" sz="8800" b="1" i="0" spc="-300" dirty="0">
                <a:ln w="25400">
                  <a:noFill/>
                </a:ln>
                <a:gradFill>
                  <a:gsLst>
                    <a:gs pos="0">
                      <a:schemeClr val="accent5"/>
                    </a:gs>
                    <a:gs pos="74000">
                      <a:schemeClr val="accent5">
                        <a:lumMod val="60000"/>
                        <a:lumOff val="40000"/>
                      </a:schemeClr>
                    </a:gs>
                    <a:gs pos="83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5400000" scaled="1"/>
                </a:gradFill>
                <a:effectLst>
                  <a:outerShdw blurRad="762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image" Target="../media/image10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buFontTx/>
              <a:buNone/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buFontTx/>
              <a:buNone/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fontAlgn="auto" hangingPunct="1">
              <a:buFontTx/>
              <a:buNone/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7315_3*i*0"/>
  <p:tag name="KSO_WM_TEMPLATE_CATEGORY" val="custom"/>
  <p:tag name="KSO_WM_TEMPLATE_INDEX" val="2018731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ID" val="custom2_5*h_i*1_3"/>
  <p:tag name="KSO_WM_TEMPLATE_CATEGORY" val="custom"/>
  <p:tag name="KSO_WM_TEMPLATE_INDEX" val="2"/>
  <p:tag name="KSO_WM_UNIT_HIGHLIGHT" val="0"/>
  <p:tag name="KSO_WM_UNIT_COMPATIBLE" val="0"/>
  <p:tag name="KSO_WM_UNIT_LAYERLEVEL" val="1_1"/>
  <p:tag name="KSO_WM_UNIT_TYPE" val="h_i"/>
  <p:tag name="KSO_WM_UNIT_INDEX" val="1_3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1*m_i*1_1"/>
  <p:tag name="KSO_WM_UNIT_LAYERLEVEL" val="1_1"/>
  <p:tag name="KSO_WM_UNIT_LINE_FORE_SCHEMECOLOR_INDEX" val="5"/>
  <p:tag name="KSO_WM_UNIT_LINE_FILL_TYPE" val="2"/>
  <p:tag name="KSO_WM_UNIT_USESOURCEFORMAT_APPLY" val="0"/>
  <p:tag name="KSO_WM_UNIT_HIGHLIGHT" val="0"/>
  <p:tag name="KSO_WM_UNIT_COMPATIBLE" val="0"/>
  <p:tag name="KSO_WM_DIAGRAM_GROUP_CODE" val="m1-4"/>
  <p:tag name="KSO_WM_UNIT_TYPE" val="m_i"/>
  <p:tag name="KSO_WM_UNIT_INDEX" val="1_1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1*m_i*1_2"/>
  <p:tag name="KSO_WM_UNIT_LAYERLEVEL" val="1_1"/>
  <p:tag name="KSO_WM_UNIT_LINE_FORE_SCHEMECOLOR_INDEX" val="5"/>
  <p:tag name="KSO_WM_UNIT_LINE_FILL_TYPE" val="2"/>
  <p:tag name="KSO_WM_UNIT_USESOURCEFORMAT_APPLY" val="0"/>
  <p:tag name="KSO_WM_UNIT_HIGHLIGHT" val="0"/>
  <p:tag name="KSO_WM_UNIT_COMPATIBLE" val="0"/>
  <p:tag name="KSO_WM_DIAGRAM_GROUP_CODE" val="m1-4"/>
  <p:tag name="KSO_WM_UNIT_TYPE" val="m_i"/>
  <p:tag name="KSO_WM_UNIT_INDEX" val="1_2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1*m_h_i*1_3_1"/>
  <p:tag name="KSO_WM_UNIT_LAYERLEVEL" val="1_1_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3_1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1*m_h_i*1_3_2"/>
  <p:tag name="KSO_WM_UNIT_LAYERLEVEL" val="1_1_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3_2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1*m_h_i*1_3_3"/>
  <p:tag name="KSO_WM_UNIT_LAYERLEVEL" val="1_1_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3_3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1*m_h_i*1_2_1"/>
  <p:tag name="KSO_WM_UNIT_LAYERLEVEL" val="1_1_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2_1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1*m_h_i*1_2_2"/>
  <p:tag name="KSO_WM_UNIT_LAYERLEVEL" val="1_1_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2_2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1*m_h_i*1_2_3"/>
  <p:tag name="KSO_WM_UNIT_LAYERLEVEL" val="1_1_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2_3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1*m_h_i*1_4_1"/>
  <p:tag name="KSO_WM_UNIT_LAYERLEVEL" val="1_1_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4_1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1*m_h_i*1_4_2"/>
  <p:tag name="KSO_WM_UNIT_LAYERLEVEL" val="1_1_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4_2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1*m_h_i*1_4_3"/>
  <p:tag name="KSO_WM_UNIT_LAYERLEVEL" val="1_1_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4_3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0*m_h_i*1_3_1"/>
  <p:tag name="KSO_WM_UNIT_LAYERLEVEL" val="1_1_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3_1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0*m_h_i*1_3_2"/>
  <p:tag name="KSO_WM_UNIT_LAYERLEVEL" val="1_1_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3_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"/>
  <p:tag name="KSO_WM_UNIT_ID" val="custom2_10*m_h_i*1_3_3"/>
  <p:tag name="KSO_WM_UNIT_LAYERLEVEL" val="1_1_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m1-4"/>
  <p:tag name="KSO_WM_UNIT_TYPE" val="m_h_i"/>
  <p:tag name="KSO_WM_UNIT_INDEX" val="1_3_3"/>
</p:tagLst>
</file>

<file path=ppt/tags/tag17.xml><?xml version="1.0" encoding="utf-8"?>
<p:tagLst xmlns:p="http://schemas.openxmlformats.org/presentationml/2006/main">
  <p:tag name="KSO_WM_TAG_VERSION" val="1.0"/>
  <p:tag name="KSO_WM_TEMPLATE_CATEGORY" val="custom"/>
  <p:tag name="KSO_WM_TEMPLATE_INDEX" val="2"/>
</p:tagLst>
</file>

<file path=ppt/tags/tag18.xml><?xml version="1.0" encoding="utf-8"?>
<p:tagLst xmlns:p="http://schemas.openxmlformats.org/presentationml/2006/main">
  <p:tag name="KSO_WM_TAG_VERSION" val="1.0"/>
  <p:tag name="KSO_WM_TEMPLATE_CATEGORY" val="custom"/>
  <p:tag name="KSO_WM_TEMPLATE_INDEX" val="2"/>
</p:tagLst>
</file>

<file path=ppt/tags/tag19.xml><?xml version="1.0" encoding="utf-8"?>
<p:tagLst xmlns:p="http://schemas.openxmlformats.org/presentationml/2006/main">
  <p:tag name="KSO_WM_TEMPLATE_CATEGORY" val="custom"/>
  <p:tag name="KSO_WM_TEMPLATE_INDEX" val="2"/>
  <p:tag name="KSO_WM_TAG_VERSION" val="1.0"/>
  <p:tag name="KSO_WM_BEAUTIFY_FLAG" val="#wm#"/>
  <p:tag name="KSO_WM_TEMPLATE_THUMBS_INDEX" val="1、3、4、5、8、11、12、15、16、17、21、22、23、24、25、"/>
</p:tagLst>
</file>

<file path=ppt/theme/theme1.xml><?xml version="1.0" encoding="utf-8"?>
<a:theme xmlns:a="http://schemas.openxmlformats.org/drawingml/2006/main" name="party culture 1">
  <a:themeElements>
    <a:clrScheme name="自定义 5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C00000"/>
      </a:accent1>
      <a:accent2>
        <a:srgbClr val="FFBD47"/>
      </a:accent2>
      <a:accent3>
        <a:srgbClr val="FCDD07"/>
      </a:accent3>
      <a:accent4>
        <a:srgbClr val="FF8427"/>
      </a:accent4>
      <a:accent5>
        <a:srgbClr val="F6DE64"/>
      </a:accent5>
      <a:accent6>
        <a:srgbClr val="B22600"/>
      </a:accent6>
      <a:hlink>
        <a:srgbClr val="F5F3EB"/>
      </a:hlink>
      <a:folHlink>
        <a:srgbClr val="F9B100"/>
      </a:folHlink>
    </a:clrScheme>
    <a:fontScheme name="g5jtkinr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sz="3200" dirty="0">
            <a:solidFill>
              <a:srgbClr val="ECEB4D"/>
            </a:solidFill>
            <a:sym typeface="+mn-lt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Microsoft YaHei</vt:lpstr>
      <vt:lpstr>party culture 1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2026-08-27T09:07:43Z</dcterms:created>
  <dcterms:modified xsi:type="dcterms:W3CDTF">2026-08-27T09:07:43Z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