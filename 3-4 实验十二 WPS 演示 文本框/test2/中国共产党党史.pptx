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426.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4.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0" Type="http://schemas.openxmlformats.org/officeDocument/2006/relationships/slideLayout" Target="../slideLayouts/slideLayout1.xml"/><Relationship Id="rId1" Type="http://schemas.openxmlformats.org/officeDocument/2006/relationships/tags" Target="../tags/tag12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11.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1" Type="http://schemas.openxmlformats.org/officeDocument/2006/relationships/slideLayout" Target="../slideLayouts/slideLayout1.xml"/><Relationship Id="rId10" Type="http://schemas.openxmlformats.org/officeDocument/2006/relationships/tags" Target="../tags/tag169.xml"/><Relationship Id="rId1" Type="http://schemas.openxmlformats.org/officeDocument/2006/relationships/tags" Target="../tags/tag160.xml"/></Relationships>
</file>

<file path=ppt/slides/_rels/slide12.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1" Type="http://schemas.openxmlformats.org/officeDocument/2006/relationships/slideLayout" Target="../slideLayouts/slideLayout1.xml"/><Relationship Id="rId10" Type="http://schemas.openxmlformats.org/officeDocument/2006/relationships/tags" Target="../tags/tag179.xml"/><Relationship Id="rId1" Type="http://schemas.openxmlformats.org/officeDocument/2006/relationships/tags" Target="../tags/tag170.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14.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1" Type="http://schemas.openxmlformats.org/officeDocument/2006/relationships/slideLayout" Target="../slideLayouts/slideLayout1.xml"/><Relationship Id="rId10" Type="http://schemas.openxmlformats.org/officeDocument/2006/relationships/tags" Target="../tags/tag194.xml"/><Relationship Id="rId1" Type="http://schemas.openxmlformats.org/officeDocument/2006/relationships/tags" Target="../tags/tag185.xml"/></Relationships>
</file>

<file path=ppt/slides/_rels/slide15.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1" Type="http://schemas.openxmlformats.org/officeDocument/2006/relationships/slideLayout" Target="../slideLayouts/slideLayout1.xml"/><Relationship Id="rId10" Type="http://schemas.openxmlformats.org/officeDocument/2006/relationships/tags" Target="../tags/tag204.xml"/><Relationship Id="rId1" Type="http://schemas.openxmlformats.org/officeDocument/2006/relationships/tags" Target="../tags/tag195.xml"/></Relationships>
</file>

<file path=ppt/slides/_rels/slide16.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1" Type="http://schemas.openxmlformats.org/officeDocument/2006/relationships/slideLayout" Target="../slideLayouts/slideLayout1.xml"/><Relationship Id="rId10" Type="http://schemas.openxmlformats.org/officeDocument/2006/relationships/tags" Target="../tags/tag214.xml"/><Relationship Id="rId1" Type="http://schemas.openxmlformats.org/officeDocument/2006/relationships/tags" Target="../tags/tag205.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9.xml"/><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20.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1" Type="http://schemas.openxmlformats.org/officeDocument/2006/relationships/slideLayout" Target="../slideLayouts/slideLayout1.xml"/><Relationship Id="rId10" Type="http://schemas.openxmlformats.org/officeDocument/2006/relationships/tags" Target="../tags/tag239.xml"/><Relationship Id="rId1" Type="http://schemas.openxmlformats.org/officeDocument/2006/relationships/tags" Target="../tags/tag230.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s>
</file>

<file path=ppt/slides/_rels/slide25.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1" Type="http://schemas.openxmlformats.org/officeDocument/2006/relationships/slideLayout" Target="../slideLayouts/slideLayout1.xml"/><Relationship Id="rId10" Type="http://schemas.openxmlformats.org/officeDocument/2006/relationships/tags" Target="../tags/tag269.xml"/><Relationship Id="rId1" Type="http://schemas.openxmlformats.org/officeDocument/2006/relationships/tags" Target="../tags/tag260.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 Type="http://schemas.openxmlformats.org/officeDocument/2006/relationships/tags" Target="../tags/tag275.xml"/></Relationships>
</file>

<file path=ppt/slides/_rels/slide28.xml.rels><?xml version="1.0" encoding="UTF-8" standalone="yes"?>
<Relationships xmlns="http://schemas.openxmlformats.org/package/2006/relationships"><Relationship Id="rId9" Type="http://schemas.openxmlformats.org/officeDocument/2006/relationships/tags" Target="../tags/tag287.xml"/><Relationship Id="rId8" Type="http://schemas.openxmlformats.org/officeDocument/2006/relationships/tags" Target="../tags/tag286.xml"/><Relationship Id="rId7" Type="http://schemas.openxmlformats.org/officeDocument/2006/relationships/tags" Target="../tags/tag285.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 Id="rId3" Type="http://schemas.openxmlformats.org/officeDocument/2006/relationships/tags" Target="../tags/tag281.xml"/><Relationship Id="rId2" Type="http://schemas.openxmlformats.org/officeDocument/2006/relationships/tags" Target="../tags/tag280.xml"/><Relationship Id="rId11" Type="http://schemas.openxmlformats.org/officeDocument/2006/relationships/slideLayout" Target="../slideLayouts/slideLayout1.xml"/><Relationship Id="rId10" Type="http://schemas.openxmlformats.org/officeDocument/2006/relationships/tags" Target="../tags/tag288.xml"/><Relationship Id="rId1" Type="http://schemas.openxmlformats.org/officeDocument/2006/relationships/tags" Target="../tags/tag279.xml"/></Relationships>
</file>

<file path=ppt/slides/_rels/slide29.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1" Type="http://schemas.openxmlformats.org/officeDocument/2006/relationships/slideLayout" Target="../slideLayouts/slideLayout1.xml"/><Relationship Id="rId10" Type="http://schemas.openxmlformats.org/officeDocument/2006/relationships/tags" Target="../tags/tag298.xml"/><Relationship Id="rId1" Type="http://schemas.openxmlformats.org/officeDocument/2006/relationships/tags" Target="../tags/tag289.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3.xml"/><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tags" Target="../tags/tag304.xml"/></Relationships>
</file>

<file path=ppt/slides/_rels/slide32.xml.rels><?xml version="1.0" encoding="UTF-8" standalone="yes"?>
<Relationships xmlns="http://schemas.openxmlformats.org/package/2006/relationships"><Relationship Id="rId9" Type="http://schemas.openxmlformats.org/officeDocument/2006/relationships/tags" Target="../tags/tag317.xml"/><Relationship Id="rId8" Type="http://schemas.openxmlformats.org/officeDocument/2006/relationships/tags" Target="../tags/tag316.xml"/><Relationship Id="rId7" Type="http://schemas.openxmlformats.org/officeDocument/2006/relationships/tags" Target="../tags/tag315.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1" Type="http://schemas.openxmlformats.org/officeDocument/2006/relationships/slideLayout" Target="../slideLayouts/slideLayout1.xml"/><Relationship Id="rId10" Type="http://schemas.openxmlformats.org/officeDocument/2006/relationships/tags" Target="../tags/tag318.xml"/><Relationship Id="rId1" Type="http://schemas.openxmlformats.org/officeDocument/2006/relationships/tags" Target="../tags/tag309.xml"/></Relationships>
</file>

<file path=ppt/slides/_rels/slide33.xml.rels><?xml version="1.0" encoding="UTF-8" standalone="yes"?>
<Relationships xmlns="http://schemas.openxmlformats.org/package/2006/relationships"><Relationship Id="rId9" Type="http://schemas.openxmlformats.org/officeDocument/2006/relationships/tags" Target="../tags/tag327.xml"/><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1" Type="http://schemas.openxmlformats.org/officeDocument/2006/relationships/slideLayout" Target="../slideLayouts/slideLayout1.xml"/><Relationship Id="rId10" Type="http://schemas.openxmlformats.org/officeDocument/2006/relationships/tags" Target="../tags/tag328.xml"/><Relationship Id="rId1" Type="http://schemas.openxmlformats.org/officeDocument/2006/relationships/tags" Target="../tags/tag319.xml"/></Relationships>
</file>

<file path=ppt/slides/_rels/slide34.xml.rels><?xml version="1.0" encoding="UTF-8" standalone="yes"?>
<Relationships xmlns="http://schemas.openxmlformats.org/package/2006/relationships"><Relationship Id="rId9" Type="http://schemas.openxmlformats.org/officeDocument/2006/relationships/tags" Target="../tags/tag337.xml"/><Relationship Id="rId8" Type="http://schemas.openxmlformats.org/officeDocument/2006/relationships/tags" Target="../tags/tag336.xml"/><Relationship Id="rId7" Type="http://schemas.openxmlformats.org/officeDocument/2006/relationships/tags" Target="../tags/tag335.xml"/><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1" Type="http://schemas.openxmlformats.org/officeDocument/2006/relationships/slideLayout" Target="../slideLayouts/slideLayout1.xml"/><Relationship Id="rId10" Type="http://schemas.openxmlformats.org/officeDocument/2006/relationships/tags" Target="../tags/tag338.xml"/><Relationship Id="rId1" Type="http://schemas.openxmlformats.org/officeDocument/2006/relationships/tags" Target="../tags/tag329.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43.xml"/><Relationship Id="rId4" Type="http://schemas.openxmlformats.org/officeDocument/2006/relationships/tags" Target="../tags/tag342.xml"/><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s>
</file>

<file path=ppt/slides/_rels/slide36.xml.rels><?xml version="1.0" encoding="UTF-8" standalone="yes"?>
<Relationships xmlns="http://schemas.openxmlformats.org/package/2006/relationships"><Relationship Id="rId9" Type="http://schemas.openxmlformats.org/officeDocument/2006/relationships/tags" Target="../tags/tag352.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 Type="http://schemas.openxmlformats.org/officeDocument/2006/relationships/tags" Target="../tags/tag345.xml"/><Relationship Id="rId10" Type="http://schemas.openxmlformats.org/officeDocument/2006/relationships/slideLayout" Target="../slideLayouts/slideLayout1.xml"/><Relationship Id="rId1" Type="http://schemas.openxmlformats.org/officeDocument/2006/relationships/tags" Target="../tags/tag344.xml"/></Relationships>
</file>

<file path=ppt/slides/_rels/slide37.xml.rels><?xml version="1.0" encoding="UTF-8" standalone="yes"?>
<Relationships xmlns="http://schemas.openxmlformats.org/package/2006/relationships"><Relationship Id="rId9" Type="http://schemas.openxmlformats.org/officeDocument/2006/relationships/tags" Target="../tags/tag361.xml"/><Relationship Id="rId8" Type="http://schemas.openxmlformats.org/officeDocument/2006/relationships/tags" Target="../tags/tag360.xml"/><Relationship Id="rId7" Type="http://schemas.openxmlformats.org/officeDocument/2006/relationships/tags" Target="../tags/tag359.xml"/><Relationship Id="rId6" Type="http://schemas.openxmlformats.org/officeDocument/2006/relationships/tags" Target="../tags/tag358.xml"/><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0" Type="http://schemas.openxmlformats.org/officeDocument/2006/relationships/slideLayout" Target="../slideLayouts/slideLayout1.xml"/><Relationship Id="rId1" Type="http://schemas.openxmlformats.org/officeDocument/2006/relationships/tags" Target="../tags/tag353.xml"/></Relationships>
</file>

<file path=ppt/slides/_rels/slide38.xml.rels><?xml version="1.0" encoding="UTF-8" standalone="yes"?>
<Relationships xmlns="http://schemas.openxmlformats.org/package/2006/relationships"><Relationship Id="rId9" Type="http://schemas.openxmlformats.org/officeDocument/2006/relationships/tags" Target="../tags/tag370.xml"/><Relationship Id="rId8" Type="http://schemas.openxmlformats.org/officeDocument/2006/relationships/tags" Target="../tags/tag369.xml"/><Relationship Id="rId7" Type="http://schemas.openxmlformats.org/officeDocument/2006/relationships/tags" Target="../tags/tag368.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0" Type="http://schemas.openxmlformats.org/officeDocument/2006/relationships/slideLayout" Target="../slideLayouts/slideLayout1.xml"/><Relationship Id="rId1" Type="http://schemas.openxmlformats.org/officeDocument/2006/relationships/tags" Target="../tags/tag362.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4.xml"/><Relationship Id="rId3" Type="http://schemas.openxmlformats.org/officeDocument/2006/relationships/tags" Target="../tags/tag373.xml"/><Relationship Id="rId2" Type="http://schemas.openxmlformats.org/officeDocument/2006/relationships/tags" Target="../tags/tag372.xml"/><Relationship Id="rId1" Type="http://schemas.openxmlformats.org/officeDocument/2006/relationships/tags" Target="../tags/tag371.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8.xml"/><Relationship Id="rId3" Type="http://schemas.openxmlformats.org/officeDocument/2006/relationships/tags" Target="../tags/tag377.xml"/><Relationship Id="rId2" Type="http://schemas.openxmlformats.org/officeDocument/2006/relationships/tags" Target="../tags/tag376.xml"/><Relationship Id="rId1" Type="http://schemas.openxmlformats.org/officeDocument/2006/relationships/tags" Target="../tags/tag375.xml"/></Relationships>
</file>

<file path=ppt/slides/_rels/slide41.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0" Type="http://schemas.openxmlformats.org/officeDocument/2006/relationships/slideLayout" Target="../slideLayouts/slideLayout1.xml"/><Relationship Id="rId1" Type="http://schemas.openxmlformats.org/officeDocument/2006/relationships/tags" Target="../tags/tag379.xml"/></Relationships>
</file>

<file path=ppt/slides/_rels/slide42.xml.rels><?xml version="1.0" encoding="UTF-8" standalone="yes"?>
<Relationships xmlns="http://schemas.openxmlformats.org/package/2006/relationships"><Relationship Id="rId9" Type="http://schemas.openxmlformats.org/officeDocument/2006/relationships/tags" Target="../tags/tag396.xml"/><Relationship Id="rId8" Type="http://schemas.openxmlformats.org/officeDocument/2006/relationships/tags" Target="../tags/tag395.xml"/><Relationship Id="rId7" Type="http://schemas.openxmlformats.org/officeDocument/2006/relationships/tags" Target="../tags/tag394.xml"/><Relationship Id="rId6" Type="http://schemas.openxmlformats.org/officeDocument/2006/relationships/tags" Target="../tags/tag393.xml"/><Relationship Id="rId5" Type="http://schemas.openxmlformats.org/officeDocument/2006/relationships/tags" Target="../tags/tag392.xml"/><Relationship Id="rId4" Type="http://schemas.openxmlformats.org/officeDocument/2006/relationships/tags" Target="../tags/tag391.xml"/><Relationship Id="rId3" Type="http://schemas.openxmlformats.org/officeDocument/2006/relationships/tags" Target="../tags/tag390.xml"/><Relationship Id="rId2" Type="http://schemas.openxmlformats.org/officeDocument/2006/relationships/tags" Target="../tags/tag389.xml"/><Relationship Id="rId10" Type="http://schemas.openxmlformats.org/officeDocument/2006/relationships/slideLayout" Target="../slideLayouts/slideLayout1.xml"/><Relationship Id="rId1" Type="http://schemas.openxmlformats.org/officeDocument/2006/relationships/tags" Target="../tags/tag388.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00.xml"/><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05.xml"/><Relationship Id="rId4" Type="http://schemas.openxmlformats.org/officeDocument/2006/relationships/tags" Target="../tags/tag404.xml"/><Relationship Id="rId3" Type="http://schemas.openxmlformats.org/officeDocument/2006/relationships/tags" Target="../tags/tag403.xml"/><Relationship Id="rId2" Type="http://schemas.openxmlformats.org/officeDocument/2006/relationships/tags" Target="../tags/tag402.xml"/><Relationship Id="rId1" Type="http://schemas.openxmlformats.org/officeDocument/2006/relationships/tags" Target="../tags/tag401.xml"/></Relationships>
</file>

<file path=ppt/slides/_rels/slide45.xml.rels><?xml version="1.0" encoding="UTF-8" standalone="yes"?>
<Relationships xmlns="http://schemas.openxmlformats.org/package/2006/relationships"><Relationship Id="rId9" Type="http://schemas.openxmlformats.org/officeDocument/2006/relationships/tags" Target="../tags/tag414.xml"/><Relationship Id="rId8" Type="http://schemas.openxmlformats.org/officeDocument/2006/relationships/tags" Target="../tags/tag413.xml"/><Relationship Id="rId7" Type="http://schemas.openxmlformats.org/officeDocument/2006/relationships/tags" Target="../tags/tag412.xml"/><Relationship Id="rId6" Type="http://schemas.openxmlformats.org/officeDocument/2006/relationships/tags" Target="../tags/tag411.xml"/><Relationship Id="rId5" Type="http://schemas.openxmlformats.org/officeDocument/2006/relationships/tags" Target="../tags/tag410.xml"/><Relationship Id="rId4" Type="http://schemas.openxmlformats.org/officeDocument/2006/relationships/tags" Target="../tags/tag409.xml"/><Relationship Id="rId3" Type="http://schemas.openxmlformats.org/officeDocument/2006/relationships/tags" Target="../tags/tag408.xml"/><Relationship Id="rId2" Type="http://schemas.openxmlformats.org/officeDocument/2006/relationships/tags" Target="../tags/tag407.xml"/><Relationship Id="rId10" Type="http://schemas.openxmlformats.org/officeDocument/2006/relationships/slideLayout" Target="../slideLayouts/slideLayout1.xml"/><Relationship Id="rId1" Type="http://schemas.openxmlformats.org/officeDocument/2006/relationships/tags" Target="../tags/tag406.xml"/></Relationships>
</file>

<file path=ppt/slides/_rels/slide46.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tags" Target="../tags/tag422.xml"/><Relationship Id="rId7" Type="http://schemas.openxmlformats.org/officeDocument/2006/relationships/tags" Target="../tags/tag421.xml"/><Relationship Id="rId6" Type="http://schemas.openxmlformats.org/officeDocument/2006/relationships/tags" Target="../tags/tag420.xml"/><Relationship Id="rId5" Type="http://schemas.openxmlformats.org/officeDocument/2006/relationships/tags" Target="../tags/tag419.xml"/><Relationship Id="rId4" Type="http://schemas.openxmlformats.org/officeDocument/2006/relationships/tags" Target="../tags/tag418.xml"/><Relationship Id="rId3" Type="http://schemas.openxmlformats.org/officeDocument/2006/relationships/tags" Target="../tags/tag417.xml"/><Relationship Id="rId2" Type="http://schemas.openxmlformats.org/officeDocument/2006/relationships/tags" Target="../tags/tag416.xml"/><Relationship Id="rId10" Type="http://schemas.openxmlformats.org/officeDocument/2006/relationships/slideLayout" Target="../slideLayouts/slideLayout1.xml"/><Relationship Id="rId1" Type="http://schemas.openxmlformats.org/officeDocument/2006/relationships/tags" Target="../tags/tag415.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25.xml"/><Relationship Id="rId1" Type="http://schemas.openxmlformats.org/officeDocument/2006/relationships/tags" Target="../tags/tag4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
        <p:nvSpPr>
          <p:cNvPr id="4" name="Title 6"/>
          <p:cNvSpPr txBox="1"/>
          <p:nvPr>
            <p:custDataLst>
              <p:tags r:id="rId4"/>
            </p:custDataLst>
          </p:nvPr>
        </p:nvSpPr>
        <p:spPr>
          <a:xfrm>
            <a:off x="457155" y="2594924"/>
            <a:ext cx="11277678" cy="3039745"/>
          </a:xfrm>
          <a:prstGeom prst="rect">
            <a:avLst/>
          </a:prstGeom>
          <a:noFill/>
          <a:ln w="3175">
            <a:noFill/>
            <a:prstDash val="dash"/>
          </a:ln>
        </p:spPr>
        <p:txBody>
          <a:bodyPr wrap="square" lIns="63500" tIns="25400" rIns="63500" bIns="25400" anchor="b" anchorCtr="1">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1.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03.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1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11.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2.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5.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1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2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2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2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0.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74.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4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4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7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0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1.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05.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2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2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4.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25.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26.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10538</Words>
  <Application>WPS 演示</Application>
  <PresentationFormat>宽屏</PresentationFormat>
  <Paragraphs>510</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Arial</vt:lpstr>
      <vt:lpstr>宋体</vt:lpstr>
      <vt:lpstr>Wingdings</vt:lpstr>
      <vt:lpstr>楷体</vt:lpstr>
      <vt:lpstr>Wingdings</vt:lpstr>
      <vt:lpstr>微软雅黑</vt:lpstr>
      <vt:lpstr>隶书</vt:lpstr>
      <vt:lpstr>Viner Hand ITC</vt:lpstr>
      <vt:lpstr>Segoe UI</vt:lpstr>
      <vt:lpstr>Arial Unicode MS</vt:lpstr>
      <vt:lpstr>Comic Sans MS</vt:lpstr>
      <vt:lpstr>office</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黑`白</cp:lastModifiedBy>
  <cp:revision>17</cp:revision>
  <dcterms:created xsi:type="dcterms:W3CDTF">2026-08-28T02:28:03Z</dcterms:created>
  <dcterms:modified xsi:type="dcterms:W3CDTF">2026-08-28T02:28:03Z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