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1"/>
  </p:handoutMasterIdLst>
  <p:sldIdLst>
    <p:sldId id="257" r:id="rId3"/>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Lst>
  <p:sldSz cx="12192000" cy="6858000"/>
  <p:notesSz cx="7103745" cy="10234295"/>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426.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0" Type="http://schemas.openxmlformats.org/officeDocument/2006/relationships/tags" Target="../tags/tag87.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sz="1200" b="1">
                <a:latin typeface="楷体" panose="02010609060101010101" charset="-122"/>
                <a:ea typeface="楷体" panose="02010609060101010101"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楷体" panose="02010609060101010101" charset="-122"/>
                <a:ea typeface="楷体" panose="02010609060101010101" charset="-122"/>
              </a:defRPr>
            </a:lvl1p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lvl1pPr>
              <a:defRPr sz="1200" b="1">
                <a:latin typeface="楷体" panose="02010609060101010101" charset="-122"/>
                <a:ea typeface="楷体" panose="02010609060101010101"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575560" y="2280285"/>
            <a:ext cx="9291320"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7"/>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99.xml"/><Relationship Id="rId25" Type="http://schemas.openxmlformats.org/officeDocument/2006/relationships/tags" Target="../tags/tag98.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image" Target="../media/image4.jpe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2.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4.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0" Type="http://schemas.openxmlformats.org/officeDocument/2006/relationships/slideLayout" Target="../slideLayouts/slideLayout1.xml"/><Relationship Id="rId1" Type="http://schemas.openxmlformats.org/officeDocument/2006/relationships/tags" Target="../tags/tag12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s>
</file>

<file path=ppt/slides/_rels/slide11.xml.rels><?xml version="1.0" encoding="UTF-8" standalone="yes"?>
<Relationships xmlns="http://schemas.openxmlformats.org/package/2006/relationships"><Relationship Id="rId9" Type="http://schemas.openxmlformats.org/officeDocument/2006/relationships/tags" Target="../tags/tag168.xml"/><Relationship Id="rId8" Type="http://schemas.openxmlformats.org/officeDocument/2006/relationships/tags" Target="../tags/tag167.xml"/><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1" Type="http://schemas.openxmlformats.org/officeDocument/2006/relationships/slideLayout" Target="../slideLayouts/slideLayout1.xml"/><Relationship Id="rId10" Type="http://schemas.openxmlformats.org/officeDocument/2006/relationships/tags" Target="../tags/tag169.xml"/><Relationship Id="rId1" Type="http://schemas.openxmlformats.org/officeDocument/2006/relationships/tags" Target="../tags/tag160.xml"/></Relationships>
</file>

<file path=ppt/slides/_rels/slide12.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1" Type="http://schemas.openxmlformats.org/officeDocument/2006/relationships/slideLayout" Target="../slideLayouts/slideLayout1.xml"/><Relationship Id="rId10" Type="http://schemas.openxmlformats.org/officeDocument/2006/relationships/tags" Target="../tags/tag179.xml"/><Relationship Id="rId1" Type="http://schemas.openxmlformats.org/officeDocument/2006/relationships/tags" Target="../tags/tag170.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s>
</file>

<file path=ppt/slides/_rels/slide14.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1" Type="http://schemas.openxmlformats.org/officeDocument/2006/relationships/slideLayout" Target="../slideLayouts/slideLayout1.xml"/><Relationship Id="rId10" Type="http://schemas.openxmlformats.org/officeDocument/2006/relationships/tags" Target="../tags/tag194.xml"/><Relationship Id="rId1" Type="http://schemas.openxmlformats.org/officeDocument/2006/relationships/tags" Target="../tags/tag185.xml"/></Relationships>
</file>

<file path=ppt/slides/_rels/slide15.xml.rels><?xml version="1.0" encoding="UTF-8" standalone="yes"?>
<Relationships xmlns="http://schemas.openxmlformats.org/package/2006/relationships"><Relationship Id="rId9" Type="http://schemas.openxmlformats.org/officeDocument/2006/relationships/tags" Target="../tags/tag203.xml"/><Relationship Id="rId8" Type="http://schemas.openxmlformats.org/officeDocument/2006/relationships/tags" Target="../tags/tag202.xml"/><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1" Type="http://schemas.openxmlformats.org/officeDocument/2006/relationships/slideLayout" Target="../slideLayouts/slideLayout1.xml"/><Relationship Id="rId10" Type="http://schemas.openxmlformats.org/officeDocument/2006/relationships/tags" Target="../tags/tag204.xml"/><Relationship Id="rId1" Type="http://schemas.openxmlformats.org/officeDocument/2006/relationships/tags" Target="../tags/tag195.xml"/></Relationships>
</file>

<file path=ppt/slides/_rels/slide16.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1" Type="http://schemas.openxmlformats.org/officeDocument/2006/relationships/slideLayout" Target="../slideLayouts/slideLayout1.xml"/><Relationship Id="rId10" Type="http://schemas.openxmlformats.org/officeDocument/2006/relationships/tags" Target="../tags/tag214.xml"/><Relationship Id="rId1" Type="http://schemas.openxmlformats.org/officeDocument/2006/relationships/tags" Target="../tags/tag205.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9.xml"/><Relationship Id="rId4" Type="http://schemas.openxmlformats.org/officeDocument/2006/relationships/tags" Target="../tags/tag228.xml"/><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s>
</file>

<file path=ppt/slides/_rels/slide20.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1" Type="http://schemas.openxmlformats.org/officeDocument/2006/relationships/slideLayout" Target="../slideLayouts/slideLayout1.xml"/><Relationship Id="rId10" Type="http://schemas.openxmlformats.org/officeDocument/2006/relationships/tags" Target="../tags/tag239.xml"/><Relationship Id="rId1" Type="http://schemas.openxmlformats.org/officeDocument/2006/relationships/tags" Target="../tags/tag230.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tags" Target="../tags/tag255.xml"/></Relationships>
</file>

<file path=ppt/slides/_rels/slide25.xml.rels><?xml version="1.0" encoding="UTF-8" standalone="yes"?>
<Relationships xmlns="http://schemas.openxmlformats.org/package/2006/relationships"><Relationship Id="rId9" Type="http://schemas.openxmlformats.org/officeDocument/2006/relationships/tags" Target="../tags/tag268.xml"/><Relationship Id="rId8" Type="http://schemas.openxmlformats.org/officeDocument/2006/relationships/tags" Target="../tags/tag267.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tags" Target="../tags/tag261.xml"/><Relationship Id="rId11" Type="http://schemas.openxmlformats.org/officeDocument/2006/relationships/slideLayout" Target="../slideLayouts/slideLayout1.xml"/><Relationship Id="rId10" Type="http://schemas.openxmlformats.org/officeDocument/2006/relationships/tags" Target="../tags/tag269.xml"/><Relationship Id="rId1" Type="http://schemas.openxmlformats.org/officeDocument/2006/relationships/tags" Target="../tags/tag260.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 Type="http://schemas.openxmlformats.org/officeDocument/2006/relationships/tags" Target="../tags/tag275.xml"/></Relationships>
</file>

<file path=ppt/slides/_rels/slide28.xml.rels><?xml version="1.0" encoding="UTF-8" standalone="yes"?>
<Relationships xmlns="http://schemas.openxmlformats.org/package/2006/relationships"><Relationship Id="rId9" Type="http://schemas.openxmlformats.org/officeDocument/2006/relationships/tags" Target="../tags/tag287.xml"/><Relationship Id="rId8" Type="http://schemas.openxmlformats.org/officeDocument/2006/relationships/tags" Target="../tags/tag286.xml"/><Relationship Id="rId7" Type="http://schemas.openxmlformats.org/officeDocument/2006/relationships/tags" Target="../tags/tag285.xml"/><Relationship Id="rId6" Type="http://schemas.openxmlformats.org/officeDocument/2006/relationships/tags" Target="../tags/tag284.xml"/><Relationship Id="rId5" Type="http://schemas.openxmlformats.org/officeDocument/2006/relationships/tags" Target="../tags/tag283.xml"/><Relationship Id="rId4" Type="http://schemas.openxmlformats.org/officeDocument/2006/relationships/tags" Target="../tags/tag282.xml"/><Relationship Id="rId3" Type="http://schemas.openxmlformats.org/officeDocument/2006/relationships/tags" Target="../tags/tag281.xml"/><Relationship Id="rId2" Type="http://schemas.openxmlformats.org/officeDocument/2006/relationships/tags" Target="../tags/tag280.xml"/><Relationship Id="rId11" Type="http://schemas.openxmlformats.org/officeDocument/2006/relationships/slideLayout" Target="../slideLayouts/slideLayout1.xml"/><Relationship Id="rId10" Type="http://schemas.openxmlformats.org/officeDocument/2006/relationships/tags" Target="../tags/tag288.xml"/><Relationship Id="rId1" Type="http://schemas.openxmlformats.org/officeDocument/2006/relationships/tags" Target="../tags/tag279.xml"/></Relationships>
</file>

<file path=ppt/slides/_rels/slide29.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tags" Target="../tags/tag294.xml"/><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tags" Target="../tags/tag291.xml"/><Relationship Id="rId2" Type="http://schemas.openxmlformats.org/officeDocument/2006/relationships/tags" Target="../tags/tag290.xml"/><Relationship Id="rId11" Type="http://schemas.openxmlformats.org/officeDocument/2006/relationships/slideLayout" Target="../slideLayouts/slideLayout1.xml"/><Relationship Id="rId10" Type="http://schemas.openxmlformats.org/officeDocument/2006/relationships/tags" Target="../tags/tag298.xml"/><Relationship Id="rId1" Type="http://schemas.openxmlformats.org/officeDocument/2006/relationships/tags" Target="../tags/tag289.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3.xml"/><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tags" Target="../tags/tag299.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 Type="http://schemas.openxmlformats.org/officeDocument/2006/relationships/tags" Target="../tags/tag304.xml"/></Relationships>
</file>

<file path=ppt/slides/_rels/slide32.xml.rels><?xml version="1.0" encoding="UTF-8" standalone="yes"?>
<Relationships xmlns="http://schemas.openxmlformats.org/package/2006/relationships"><Relationship Id="rId9" Type="http://schemas.openxmlformats.org/officeDocument/2006/relationships/tags" Target="../tags/tag317.xml"/><Relationship Id="rId8" Type="http://schemas.openxmlformats.org/officeDocument/2006/relationships/tags" Target="../tags/tag316.xml"/><Relationship Id="rId7" Type="http://schemas.openxmlformats.org/officeDocument/2006/relationships/tags" Target="../tags/tag315.xml"/><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 Id="rId3" Type="http://schemas.openxmlformats.org/officeDocument/2006/relationships/tags" Target="../tags/tag311.xml"/><Relationship Id="rId2" Type="http://schemas.openxmlformats.org/officeDocument/2006/relationships/tags" Target="../tags/tag310.xml"/><Relationship Id="rId11" Type="http://schemas.openxmlformats.org/officeDocument/2006/relationships/slideLayout" Target="../slideLayouts/slideLayout1.xml"/><Relationship Id="rId10" Type="http://schemas.openxmlformats.org/officeDocument/2006/relationships/tags" Target="../tags/tag318.xml"/><Relationship Id="rId1" Type="http://schemas.openxmlformats.org/officeDocument/2006/relationships/tags" Target="../tags/tag309.xml"/></Relationships>
</file>

<file path=ppt/slides/_rels/slide33.xml.rels><?xml version="1.0" encoding="UTF-8" standalone="yes"?>
<Relationships xmlns="http://schemas.openxmlformats.org/package/2006/relationships"><Relationship Id="rId9" Type="http://schemas.openxmlformats.org/officeDocument/2006/relationships/tags" Target="../tags/tag327.xml"/><Relationship Id="rId8" Type="http://schemas.openxmlformats.org/officeDocument/2006/relationships/tags" Target="../tags/tag326.xml"/><Relationship Id="rId7" Type="http://schemas.openxmlformats.org/officeDocument/2006/relationships/tags" Target="../tags/tag325.xml"/><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 Type="http://schemas.openxmlformats.org/officeDocument/2006/relationships/tags" Target="../tags/tag320.xml"/><Relationship Id="rId11" Type="http://schemas.openxmlformats.org/officeDocument/2006/relationships/slideLayout" Target="../slideLayouts/slideLayout1.xml"/><Relationship Id="rId10" Type="http://schemas.openxmlformats.org/officeDocument/2006/relationships/tags" Target="../tags/tag328.xml"/><Relationship Id="rId1" Type="http://schemas.openxmlformats.org/officeDocument/2006/relationships/tags" Target="../tags/tag319.xml"/></Relationships>
</file>

<file path=ppt/slides/_rels/slide34.xml.rels><?xml version="1.0" encoding="UTF-8" standalone="yes"?>
<Relationships xmlns="http://schemas.openxmlformats.org/package/2006/relationships"><Relationship Id="rId9" Type="http://schemas.openxmlformats.org/officeDocument/2006/relationships/tags" Target="../tags/tag337.xml"/><Relationship Id="rId8" Type="http://schemas.openxmlformats.org/officeDocument/2006/relationships/tags" Target="../tags/tag336.xml"/><Relationship Id="rId7" Type="http://schemas.openxmlformats.org/officeDocument/2006/relationships/tags" Target="../tags/tag335.xml"/><Relationship Id="rId6" Type="http://schemas.openxmlformats.org/officeDocument/2006/relationships/tags" Target="../tags/tag334.xml"/><Relationship Id="rId5" Type="http://schemas.openxmlformats.org/officeDocument/2006/relationships/tags" Target="../tags/tag333.xml"/><Relationship Id="rId4" Type="http://schemas.openxmlformats.org/officeDocument/2006/relationships/tags" Target="../tags/tag332.xml"/><Relationship Id="rId3" Type="http://schemas.openxmlformats.org/officeDocument/2006/relationships/tags" Target="../tags/tag331.xml"/><Relationship Id="rId2" Type="http://schemas.openxmlformats.org/officeDocument/2006/relationships/tags" Target="../tags/tag330.xml"/><Relationship Id="rId11" Type="http://schemas.openxmlformats.org/officeDocument/2006/relationships/slideLayout" Target="../slideLayouts/slideLayout1.xml"/><Relationship Id="rId10" Type="http://schemas.openxmlformats.org/officeDocument/2006/relationships/tags" Target="../tags/tag338.xml"/><Relationship Id="rId1" Type="http://schemas.openxmlformats.org/officeDocument/2006/relationships/tags" Target="../tags/tag329.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xml"/><Relationship Id="rId5" Type="http://schemas.openxmlformats.org/officeDocument/2006/relationships/tags" Target="../tags/tag343.xml"/><Relationship Id="rId4" Type="http://schemas.openxmlformats.org/officeDocument/2006/relationships/tags" Target="../tags/tag342.xml"/><Relationship Id="rId3" Type="http://schemas.openxmlformats.org/officeDocument/2006/relationships/tags" Target="../tags/tag341.xml"/><Relationship Id="rId2" Type="http://schemas.openxmlformats.org/officeDocument/2006/relationships/tags" Target="../tags/tag340.xml"/><Relationship Id="rId1" Type="http://schemas.openxmlformats.org/officeDocument/2006/relationships/tags" Target="../tags/tag339.xml"/></Relationships>
</file>

<file path=ppt/slides/_rels/slide36.xml.rels><?xml version="1.0" encoding="UTF-8" standalone="yes"?>
<Relationships xmlns="http://schemas.openxmlformats.org/package/2006/relationships"><Relationship Id="rId9" Type="http://schemas.openxmlformats.org/officeDocument/2006/relationships/tags" Target="../tags/tag352.xml"/><Relationship Id="rId8" Type="http://schemas.openxmlformats.org/officeDocument/2006/relationships/tags" Target="../tags/tag351.xml"/><Relationship Id="rId7" Type="http://schemas.openxmlformats.org/officeDocument/2006/relationships/tags" Target="../tags/tag350.xml"/><Relationship Id="rId6" Type="http://schemas.openxmlformats.org/officeDocument/2006/relationships/tags" Target="../tags/tag349.xml"/><Relationship Id="rId5" Type="http://schemas.openxmlformats.org/officeDocument/2006/relationships/tags" Target="../tags/tag348.xml"/><Relationship Id="rId4" Type="http://schemas.openxmlformats.org/officeDocument/2006/relationships/tags" Target="../tags/tag347.xml"/><Relationship Id="rId3" Type="http://schemas.openxmlformats.org/officeDocument/2006/relationships/tags" Target="../tags/tag346.xml"/><Relationship Id="rId2" Type="http://schemas.openxmlformats.org/officeDocument/2006/relationships/tags" Target="../tags/tag345.xml"/><Relationship Id="rId10" Type="http://schemas.openxmlformats.org/officeDocument/2006/relationships/slideLayout" Target="../slideLayouts/slideLayout1.xml"/><Relationship Id="rId1" Type="http://schemas.openxmlformats.org/officeDocument/2006/relationships/tags" Target="../tags/tag344.xml"/></Relationships>
</file>

<file path=ppt/slides/_rels/slide37.xml.rels><?xml version="1.0" encoding="UTF-8" standalone="yes"?>
<Relationships xmlns="http://schemas.openxmlformats.org/package/2006/relationships"><Relationship Id="rId9" Type="http://schemas.openxmlformats.org/officeDocument/2006/relationships/tags" Target="../tags/tag361.xml"/><Relationship Id="rId8" Type="http://schemas.openxmlformats.org/officeDocument/2006/relationships/tags" Target="../tags/tag360.xml"/><Relationship Id="rId7" Type="http://schemas.openxmlformats.org/officeDocument/2006/relationships/tags" Target="../tags/tag359.xml"/><Relationship Id="rId6" Type="http://schemas.openxmlformats.org/officeDocument/2006/relationships/tags" Target="../tags/tag358.xml"/><Relationship Id="rId5" Type="http://schemas.openxmlformats.org/officeDocument/2006/relationships/tags" Target="../tags/tag357.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tags" Target="../tags/tag354.xml"/><Relationship Id="rId10" Type="http://schemas.openxmlformats.org/officeDocument/2006/relationships/slideLayout" Target="../slideLayouts/slideLayout1.xml"/><Relationship Id="rId1" Type="http://schemas.openxmlformats.org/officeDocument/2006/relationships/tags" Target="../tags/tag353.xml"/></Relationships>
</file>

<file path=ppt/slides/_rels/slide38.xml.rels><?xml version="1.0" encoding="UTF-8" standalone="yes"?>
<Relationships xmlns="http://schemas.openxmlformats.org/package/2006/relationships"><Relationship Id="rId9" Type="http://schemas.openxmlformats.org/officeDocument/2006/relationships/tags" Target="../tags/tag370.xml"/><Relationship Id="rId8" Type="http://schemas.openxmlformats.org/officeDocument/2006/relationships/tags" Target="../tags/tag369.xml"/><Relationship Id="rId7" Type="http://schemas.openxmlformats.org/officeDocument/2006/relationships/tags" Target="../tags/tag368.xml"/><Relationship Id="rId6" Type="http://schemas.openxmlformats.org/officeDocument/2006/relationships/tags" Target="../tags/tag367.xml"/><Relationship Id="rId5" Type="http://schemas.openxmlformats.org/officeDocument/2006/relationships/tags" Target="../tags/tag366.xml"/><Relationship Id="rId4" Type="http://schemas.openxmlformats.org/officeDocument/2006/relationships/tags" Target="../tags/tag365.xml"/><Relationship Id="rId3" Type="http://schemas.openxmlformats.org/officeDocument/2006/relationships/tags" Target="../tags/tag364.xml"/><Relationship Id="rId2" Type="http://schemas.openxmlformats.org/officeDocument/2006/relationships/tags" Target="../tags/tag363.xml"/><Relationship Id="rId10" Type="http://schemas.openxmlformats.org/officeDocument/2006/relationships/slideLayout" Target="../slideLayouts/slideLayout1.xml"/><Relationship Id="rId1" Type="http://schemas.openxmlformats.org/officeDocument/2006/relationships/tags" Target="../tags/tag362.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4.xml"/><Relationship Id="rId3" Type="http://schemas.openxmlformats.org/officeDocument/2006/relationships/tags" Target="../tags/tag373.xml"/><Relationship Id="rId2" Type="http://schemas.openxmlformats.org/officeDocument/2006/relationships/tags" Target="../tags/tag372.xml"/><Relationship Id="rId1" Type="http://schemas.openxmlformats.org/officeDocument/2006/relationships/tags" Target="../tags/tag371.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8.xml"/><Relationship Id="rId3" Type="http://schemas.openxmlformats.org/officeDocument/2006/relationships/tags" Target="../tags/tag377.xml"/><Relationship Id="rId2" Type="http://schemas.openxmlformats.org/officeDocument/2006/relationships/tags" Target="../tags/tag376.xml"/><Relationship Id="rId1" Type="http://schemas.openxmlformats.org/officeDocument/2006/relationships/tags" Target="../tags/tag375.xml"/></Relationships>
</file>

<file path=ppt/slides/_rels/slide41.xml.rels><?xml version="1.0" encoding="UTF-8" standalone="yes"?>
<Relationships xmlns="http://schemas.openxmlformats.org/package/2006/relationships"><Relationship Id="rId9" Type="http://schemas.openxmlformats.org/officeDocument/2006/relationships/tags" Target="../tags/tag387.xml"/><Relationship Id="rId8" Type="http://schemas.openxmlformats.org/officeDocument/2006/relationships/tags" Target="../tags/tag386.xml"/><Relationship Id="rId7" Type="http://schemas.openxmlformats.org/officeDocument/2006/relationships/tags" Target="../tags/tag385.xml"/><Relationship Id="rId6" Type="http://schemas.openxmlformats.org/officeDocument/2006/relationships/tags" Target="../tags/tag384.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tags" Target="../tags/tag380.xml"/><Relationship Id="rId10" Type="http://schemas.openxmlformats.org/officeDocument/2006/relationships/slideLayout" Target="../slideLayouts/slideLayout1.xml"/><Relationship Id="rId1" Type="http://schemas.openxmlformats.org/officeDocument/2006/relationships/tags" Target="../tags/tag379.xml"/></Relationships>
</file>

<file path=ppt/slides/_rels/slide42.xml.rels><?xml version="1.0" encoding="UTF-8" standalone="yes"?>
<Relationships xmlns="http://schemas.openxmlformats.org/package/2006/relationships"><Relationship Id="rId9" Type="http://schemas.openxmlformats.org/officeDocument/2006/relationships/tags" Target="../tags/tag396.xml"/><Relationship Id="rId8" Type="http://schemas.openxmlformats.org/officeDocument/2006/relationships/tags" Target="../tags/tag395.xml"/><Relationship Id="rId7" Type="http://schemas.openxmlformats.org/officeDocument/2006/relationships/tags" Target="../tags/tag394.xml"/><Relationship Id="rId6" Type="http://schemas.openxmlformats.org/officeDocument/2006/relationships/tags" Target="../tags/tag393.xml"/><Relationship Id="rId5" Type="http://schemas.openxmlformats.org/officeDocument/2006/relationships/tags" Target="../tags/tag392.xml"/><Relationship Id="rId4" Type="http://schemas.openxmlformats.org/officeDocument/2006/relationships/tags" Target="../tags/tag391.xml"/><Relationship Id="rId3" Type="http://schemas.openxmlformats.org/officeDocument/2006/relationships/tags" Target="../tags/tag390.xml"/><Relationship Id="rId2" Type="http://schemas.openxmlformats.org/officeDocument/2006/relationships/tags" Target="../tags/tag389.xml"/><Relationship Id="rId10" Type="http://schemas.openxmlformats.org/officeDocument/2006/relationships/slideLayout" Target="../slideLayouts/slideLayout1.xml"/><Relationship Id="rId1" Type="http://schemas.openxmlformats.org/officeDocument/2006/relationships/tags" Target="../tags/tag388.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400.xml"/><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tags" Target="../tags/tag397.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tags" Target="../tags/tag405.xml"/><Relationship Id="rId4" Type="http://schemas.openxmlformats.org/officeDocument/2006/relationships/tags" Target="../tags/tag404.xml"/><Relationship Id="rId3" Type="http://schemas.openxmlformats.org/officeDocument/2006/relationships/tags" Target="../tags/tag403.xml"/><Relationship Id="rId2" Type="http://schemas.openxmlformats.org/officeDocument/2006/relationships/tags" Target="../tags/tag402.xml"/><Relationship Id="rId1" Type="http://schemas.openxmlformats.org/officeDocument/2006/relationships/tags" Target="../tags/tag401.xml"/></Relationships>
</file>

<file path=ppt/slides/_rels/slide45.xml.rels><?xml version="1.0" encoding="UTF-8" standalone="yes"?>
<Relationships xmlns="http://schemas.openxmlformats.org/package/2006/relationships"><Relationship Id="rId9" Type="http://schemas.openxmlformats.org/officeDocument/2006/relationships/tags" Target="../tags/tag414.xml"/><Relationship Id="rId8" Type="http://schemas.openxmlformats.org/officeDocument/2006/relationships/tags" Target="../tags/tag413.xml"/><Relationship Id="rId7" Type="http://schemas.openxmlformats.org/officeDocument/2006/relationships/tags" Target="../tags/tag412.xml"/><Relationship Id="rId6" Type="http://schemas.openxmlformats.org/officeDocument/2006/relationships/tags" Target="../tags/tag411.xml"/><Relationship Id="rId5" Type="http://schemas.openxmlformats.org/officeDocument/2006/relationships/tags" Target="../tags/tag410.xml"/><Relationship Id="rId4" Type="http://schemas.openxmlformats.org/officeDocument/2006/relationships/tags" Target="../tags/tag409.xml"/><Relationship Id="rId3" Type="http://schemas.openxmlformats.org/officeDocument/2006/relationships/tags" Target="../tags/tag408.xml"/><Relationship Id="rId2" Type="http://schemas.openxmlformats.org/officeDocument/2006/relationships/tags" Target="../tags/tag407.xml"/><Relationship Id="rId10" Type="http://schemas.openxmlformats.org/officeDocument/2006/relationships/slideLayout" Target="../slideLayouts/slideLayout1.xml"/><Relationship Id="rId1" Type="http://schemas.openxmlformats.org/officeDocument/2006/relationships/tags" Target="../tags/tag406.xml"/></Relationships>
</file>

<file path=ppt/slides/_rels/slide46.xml.rels><?xml version="1.0" encoding="UTF-8" standalone="yes"?>
<Relationships xmlns="http://schemas.openxmlformats.org/package/2006/relationships"><Relationship Id="rId9" Type="http://schemas.openxmlformats.org/officeDocument/2006/relationships/tags" Target="../tags/tag423.xml"/><Relationship Id="rId8" Type="http://schemas.openxmlformats.org/officeDocument/2006/relationships/tags" Target="../tags/tag422.xml"/><Relationship Id="rId7" Type="http://schemas.openxmlformats.org/officeDocument/2006/relationships/tags" Target="../tags/tag421.xml"/><Relationship Id="rId6" Type="http://schemas.openxmlformats.org/officeDocument/2006/relationships/tags" Target="../tags/tag420.xml"/><Relationship Id="rId5" Type="http://schemas.openxmlformats.org/officeDocument/2006/relationships/tags" Target="../tags/tag419.xml"/><Relationship Id="rId4" Type="http://schemas.openxmlformats.org/officeDocument/2006/relationships/tags" Target="../tags/tag418.xml"/><Relationship Id="rId3" Type="http://schemas.openxmlformats.org/officeDocument/2006/relationships/tags" Target="../tags/tag417.xml"/><Relationship Id="rId2" Type="http://schemas.openxmlformats.org/officeDocument/2006/relationships/tags" Target="../tags/tag416.xml"/><Relationship Id="rId10" Type="http://schemas.openxmlformats.org/officeDocument/2006/relationships/slideLayout" Target="../slideLayouts/slideLayout1.xml"/><Relationship Id="rId1" Type="http://schemas.openxmlformats.org/officeDocument/2006/relationships/tags" Target="../tags/tag415.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425.xml"/><Relationship Id="rId1" Type="http://schemas.openxmlformats.org/officeDocument/2006/relationships/tags" Target="../tags/tag4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新民主主义革命时期分为五个阶段：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
        <p:nvSpPr>
          <p:cNvPr id="4" name="Title 6"/>
          <p:cNvSpPr txBox="1"/>
          <p:nvPr>
            <p:custDataLst>
              <p:tags r:id="rId4"/>
            </p:custDataLst>
          </p:nvPr>
        </p:nvSpPr>
        <p:spPr>
          <a:xfrm>
            <a:off x="342265" y="2594610"/>
            <a:ext cx="11631930" cy="3039745"/>
          </a:xfrm>
          <a:prstGeom prst="rect">
            <a:avLst/>
          </a:prstGeom>
          <a:noFill/>
          <a:ln w="3175">
            <a:noFill/>
            <a:prstDash val="dash"/>
          </a:ln>
        </p:spPr>
        <p:txBody>
          <a:bodyPr wrap="square" lIns="63500" tIns="25400" rIns="63500" bIns="25400" anchor="ctr"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base">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6.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01.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02.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03.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10.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111.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2.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3.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4.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5.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116.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8.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20.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2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2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6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0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6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70.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72.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74.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4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4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6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6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7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9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0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01.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03.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05.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2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2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4.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25.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26.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10538</Words>
  <Application>WPS 演示</Application>
  <PresentationFormat>宽屏</PresentationFormat>
  <Paragraphs>510</Paragraphs>
  <Slides>47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Arial</vt:lpstr>
      <vt:lpstr>宋体</vt:lpstr>
      <vt:lpstr>Wingdings</vt:lpstr>
      <vt:lpstr>楷体</vt:lpstr>
      <vt:lpstr>Wingdings</vt:lpstr>
      <vt:lpstr>微软雅黑</vt:lpstr>
      <vt:lpstr>隶书</vt:lpstr>
      <vt:lpstr>Viner Hand ITC</vt:lpstr>
      <vt:lpstr>Segoe UI</vt:lpstr>
      <vt:lpstr>Arial Unicode MS</vt:lpstr>
      <vt:lpstr>Comic Sans MS</vt:lpstr>
      <vt:lpstr>office</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黑`白</cp:lastModifiedBy>
  <cp:revision>18</cp:revision>
  <dcterms:created xsi:type="dcterms:W3CDTF">2026-08-28T02:29:39Z</dcterms:created>
  <dcterms:modified xsi:type="dcterms:W3CDTF">2026-08-28T02:29:39Z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