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398AE-923D-4ADA-A69E-BD5E79533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9B4C17-CC4E-4A6E-B5FD-E0C9968F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AB2A7A-6117-44ED-86C8-F1B938B6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F8F2A-AF4D-4603-8AFF-A5002782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72E18E-9EA5-4B77-94EE-E410A816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0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5CF33-D9D9-4F81-B14B-12587DD0C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286EC-7FC0-4C37-B55B-E2293C78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4B0936-DE20-44C2-819B-E5FCFA10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43408-78C7-4E39-8B9B-B77709E5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51607-04B9-4E6D-A7CE-D1112982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82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E5C1D-3E80-4731-A7F7-52EE8E8A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1A362B-41C2-4C7D-975A-B4F6BADFB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66C9A-B0CD-4011-9343-2334AF6D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69713-7353-409A-BB23-7F9C13B6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8120B-F502-415A-8D7E-2363B2A9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7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4319D-88EB-44E3-8E51-2ACE1D72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348ED2-34FE-4E41-BA93-C65FE3D8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A55876-25B7-483F-A3C5-0B877F5BC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9568E2-12C6-4081-B9E4-602390C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0B889C-96AD-4994-B2ED-134AEF33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96F4CC-53E9-4E55-A6AB-6CD6948C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48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A550D-370E-46FF-94BA-9369035F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A7201B-1CC6-403D-A176-C4F215236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70FD23-C74E-4749-9C0E-EB1214C74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B42145-8CDD-49ED-B63E-9EB518795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B57FD-DBCB-4FAC-95CB-44B8DD03E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37BC86-846E-48FF-9AD3-16FA60F7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1349D2-ED27-436F-B71B-146F429A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73CEBD-AB1E-4430-BDAE-E1E53BAE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53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9C5E0-72FB-4656-AC11-4D8F4106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6019AD-42A8-4FBD-A922-09C45C8D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F78C9D-1A48-43FE-883D-C649F990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5FA531-C8E1-4C2D-8A60-1307C7EC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70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09F730-9183-48A8-9E95-C0AB59F5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637884-CAAE-4911-86C9-95A0D38A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BFC9F0-0F97-4445-A98A-87AA3023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6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EA7B8-BB83-49C0-84DD-02E1B575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23BF91-D946-46F9-8D2F-D7EBF813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77DFD6-30BE-4D8E-AD62-1EE342940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A6FADC-3EEF-4FFD-8E98-8222A66F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6A4C02-BB7A-4B5B-92C7-1A6634DA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403699-CA30-4103-B925-45D35EB8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12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809CB-7002-4643-A476-CB58222A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E2F8AD-9EFB-45A0-880D-37B4A6064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9F1B33-0045-4683-8490-992475672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222D21-088B-4B62-8E59-D938E5B5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53E7A6-35D8-45E9-BFCB-958DF16D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9BB480-ACE6-44EC-8103-20C51280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23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731C6-D3E4-48B3-9F3A-8DA4AC72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F11ABF-F2DD-46BC-BFAF-AED225AD9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905014-DB53-49B8-B9CE-5D13E6B8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D1810-A7EA-4C60-97B1-9C3E2342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2A759F-F7D9-4502-97F3-DFD4B92A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07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8387A4-DA73-4926-913C-4B9A6B37B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BF5102-2515-4AA3-A524-137386FE2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ED9DC-14BC-4687-9C99-48751E2B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9C07FE-8CD9-4039-BAF9-5B176BFC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4A970-5940-4983-93ED-806E024E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94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F4F8A9-8BF2-430F-A746-2AF44D6C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4F7A9-A491-4512-9F80-51708EEEA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F2E6FA-F991-4029-B792-3D9A9D142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2CC8E-2D1B-42D2-B6B7-5CEBCE57FC2B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282FAB-F05C-41E1-A99B-D7BB37BE9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5E2F3-8C84-45BB-8D57-26225C2E8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1C2D6-4C5A-4F3C-A44F-BBFA526D48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08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F2423-770A-4EEE-9033-BF6458F0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106" y="1155237"/>
            <a:ext cx="2863788" cy="1325563"/>
          </a:xfrm>
        </p:spPr>
        <p:txBody>
          <a:bodyPr/>
          <a:lstStyle/>
          <a:p>
            <a:r>
              <a:rPr lang="zh-CN" altLang="en-US" dirty="0"/>
              <a:t>企业精神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26D996-5DF0-4357-987D-BC7040EC7DF2}"/>
              </a:ext>
            </a:extLst>
          </p:cNvPr>
          <p:cNvSpPr/>
          <p:nvPr/>
        </p:nvSpPr>
        <p:spPr>
          <a:xfrm>
            <a:off x="2947542" y="2967335"/>
            <a:ext cx="62969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effectLst/>
              </a:rPr>
              <a:t>诚信 敬业 激情 创新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65A91FA-F8B1-4E1D-BE8B-096F8CCFD9C6}"/>
              </a:ext>
            </a:extLst>
          </p:cNvPr>
          <p:cNvSpPr/>
          <p:nvPr/>
        </p:nvSpPr>
        <p:spPr>
          <a:xfrm>
            <a:off x="558263" y="336884"/>
            <a:ext cx="327259" cy="3272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FAB901-6F44-4FCF-BEA6-0921FD78461C}"/>
              </a:ext>
            </a:extLst>
          </p:cNvPr>
          <p:cNvSpPr txBox="1"/>
          <p:nvPr/>
        </p:nvSpPr>
        <p:spPr>
          <a:xfrm>
            <a:off x="398728" y="6641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说明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29DDF4-8F65-431B-BFE9-90C35079FDEA}"/>
              </a:ext>
            </a:extLst>
          </p:cNvPr>
          <p:cNvSpPr txBox="1"/>
          <p:nvPr/>
        </p:nvSpPr>
        <p:spPr>
          <a:xfrm>
            <a:off x="558263" y="336884"/>
            <a:ext cx="17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6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企业精神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企业精神</dc:title>
  <dc:creator>李 天奇</dc:creator>
  <cp:lastModifiedBy>李 天奇</cp:lastModifiedBy>
  <cp:revision>11</cp:revision>
  <dcterms:created xsi:type="dcterms:W3CDTF">2021-04-06T13:18:40Z</dcterms:created>
  <dcterms:modified xsi:type="dcterms:W3CDTF">2021-04-06T13:57:24Z</dcterms:modified>
</cp:coreProperties>
</file>