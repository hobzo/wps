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53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768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57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23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454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77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29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36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94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8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460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619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496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32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475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536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79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04375AD-1B2F-4DF0-8924-27F5603C7DBA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B5E17-8B56-4FFB-B7A5-C67CDF3A4D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693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EFDB7-4FFD-4668-8219-5A179CEE3F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068A16-7358-4404-95CF-E6F679EC3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937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DD01F-6C48-4A0B-9BCC-3B04F3418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659" y="1341668"/>
            <a:ext cx="2508681" cy="1325563"/>
          </a:xfrm>
        </p:spPr>
        <p:txBody>
          <a:bodyPr/>
          <a:lstStyle/>
          <a:p>
            <a:r>
              <a:rPr lang="zh-CN" altLang="en-US" dirty="0"/>
              <a:t>部门介绍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11B0A4CB-AFA9-4615-B439-E4902D97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589217"/>
              </p:ext>
            </p:extLst>
          </p:nvPr>
        </p:nvGraphicFramePr>
        <p:xfrm>
          <a:off x="2032000" y="342900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62407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28977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主要职能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42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办公室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人事、后勤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389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销售产品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15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财务部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工资发放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509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生产部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工程实施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165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38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39</TotalTime>
  <Words>21</Words>
  <Application>Microsoft Office PowerPoint</Application>
  <PresentationFormat>宽屏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离子会议室</vt:lpstr>
      <vt:lpstr>PowerPoint 演示文稿</vt:lpstr>
      <vt:lpstr>部门介绍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 天奇</dc:creator>
  <cp:lastModifiedBy>李 天奇</cp:lastModifiedBy>
  <cp:revision>1</cp:revision>
  <dcterms:created xsi:type="dcterms:W3CDTF">2021-04-06T11:57:17Z</dcterms:created>
  <dcterms:modified xsi:type="dcterms:W3CDTF">2021-04-06T12:36:36Z</dcterms:modified>
</cp:coreProperties>
</file>