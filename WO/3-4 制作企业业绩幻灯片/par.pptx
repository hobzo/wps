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第1季度</c:v>
                </c:pt>
                <c:pt idx="1">
                  <c:v>第2季度</c:v>
                </c:pt>
                <c:pt idx="2">
                  <c:v>第3季度</c:v>
                </c:pt>
                <c:pt idx="3">
                  <c:v>第4季度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560</c:v>
                </c:pt>
                <c:pt idx="1">
                  <c:v>652</c:v>
                </c:pt>
                <c:pt idx="2">
                  <c:v>541</c:v>
                </c:pt>
                <c:pt idx="3">
                  <c:v>451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第1季度</c:v>
                </c:pt>
                <c:pt idx="1">
                  <c:v>第2季度</c:v>
                </c:pt>
                <c:pt idx="2">
                  <c:v>第3季度</c:v>
                </c:pt>
                <c:pt idx="3">
                  <c:v>第4季度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651</c:v>
                </c:pt>
                <c:pt idx="1">
                  <c:v>451</c:v>
                </c:pt>
                <c:pt idx="2">
                  <c:v>784</c:v>
                </c:pt>
                <c:pt idx="3">
                  <c:v>451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第1季度</c:v>
                </c:pt>
                <c:pt idx="1">
                  <c:v>第2季度</c:v>
                </c:pt>
                <c:pt idx="2">
                  <c:v>第3季度</c:v>
                </c:pt>
                <c:pt idx="3">
                  <c:v>第4季度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657</c:v>
                </c:pt>
                <c:pt idx="1">
                  <c:v>451</c:v>
                </c:pt>
                <c:pt idx="2">
                  <c:v>345</c:v>
                </c:pt>
                <c:pt idx="3">
                  <c:v>451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431664"/>
        <c:axId val="92424592"/>
      </c:barChart>
      <c:catAx>
        <c:axId val="92431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2424592"/>
        <c:crosses val="autoZero"/>
        <c:auto val="1"/>
        <c:lblAlgn val="ctr"/>
        <c:lblOffset val="100"/>
        <c:noMultiLvlLbl val="0"/>
      </c:catAx>
      <c:valAx>
        <c:axId val="92424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2431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D1747-2C72-4CC0-AD1C-94FAD8B23E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1063B-8CA6-40D7-BDBC-346FEEA06C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3872" y="-68984"/>
            <a:ext cx="2865582" cy="1325563"/>
          </a:xfrm>
        </p:spPr>
        <p:txBody>
          <a:bodyPr/>
          <a:lstStyle/>
          <a:p>
            <a:r>
              <a:rPr lang="zh-CN" altLang="en-US" dirty="0"/>
              <a:t>企业业绩</a:t>
            </a:r>
            <a:endParaRPr lang="zh-CN" altLang="en-US" dirty="0"/>
          </a:p>
        </p:txBody>
      </p:sp>
      <p:graphicFrame>
        <p:nvGraphicFramePr>
          <p:cNvPr id="5" name="图表 4"/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等线 Light</vt:lpstr>
      <vt:lpstr>微软雅黑</vt:lpstr>
      <vt:lpstr>Arial Unicode MS</vt:lpstr>
      <vt:lpstr>等线</vt:lpstr>
      <vt:lpstr>Calibri</vt:lpstr>
      <vt:lpstr>Office 主题​​</vt:lpstr>
      <vt:lpstr>企业业绩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企业业绩</dc:title>
  <dc:creator>李 天奇</dc:creator>
  <cp:lastModifiedBy>李 天奇</cp:lastModifiedBy>
  <cp:revision>4</cp:revision>
  <dcterms:created xsi:type="dcterms:W3CDTF">2026-10-25T05:55:03Z</dcterms:created>
  <dcterms:modified xsi:type="dcterms:W3CDTF">2026-10-25T05:55:03Z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2052-11.1.0.11719</vt:lpwstr>
  </property>
</Properties>
</file>