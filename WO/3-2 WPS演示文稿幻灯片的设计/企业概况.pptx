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3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788480-4DC8-4F13-A2B8-AC79D7AC9C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6A1AD2-9713-477E-94B4-0276FB11872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2020/1/10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源源科技有限公司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ED5A-96E3-48AC-B2B5-5A107FDC84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2020/1/10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源源科技有限公司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ED5A-96E3-48AC-B2B5-5A107FDC84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2020/1/10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源源科技有限公司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ED5A-96E3-48AC-B2B5-5A107FDC84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2020/1/10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源源科技有限公司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ED5A-96E3-48AC-B2B5-5A107FDC84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2020/1/10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源源科技有限公司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ED5A-96E3-48AC-B2B5-5A107FDC84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2020/1/10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源源科技有限公司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ED5A-96E3-48AC-B2B5-5A107FDC84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2020/1/10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源源科技有限公司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ED5A-96E3-48AC-B2B5-5A107FDC84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2020/1/10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源源科技有限公司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ED5A-96E3-48AC-B2B5-5A107FDC84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2020/1/10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源源科技有限公司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ED5A-96E3-48AC-B2B5-5A107FDC84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2020/1/10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源源科技有限公司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ED5A-96E3-48AC-B2B5-5A107FDC84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2020/1/10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源源科技有限公司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ED5A-96E3-48AC-B2B5-5A107FDC84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</a:t>
            </a:r>
            <a:r>
              <a:rPr lang="zh-CN" altLang="en-US"/>
              <a:t>此处编辑母版</a:t>
            </a:r>
            <a:r>
              <a:rPr lang="zh-CN" altLang="en-US" dirty="0"/>
              <a:t>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 dirty="0"/>
              <a:t>2020/1/10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/>
              <a:t>源源科技有限公司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69ED5A-96E3-48AC-B2B5-5A107FDC84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37030" y="621348"/>
            <a:ext cx="9144000" cy="2387600"/>
          </a:xfrm>
        </p:spPr>
        <p:txBody>
          <a:bodyPr/>
          <a:p>
            <a:r>
              <a:rPr lang="zh-CN" altLang="en-US"/>
              <a:t>企业概况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688840" y="4625975"/>
            <a:ext cx="1833880" cy="69151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 sz="2600">
                <a:latin typeface="宋体" panose="02010600030101010101" pitchFamily="2" charset="-122"/>
                <a:ea typeface="宋体" panose="02010600030101010101" pitchFamily="2" charset="-122"/>
              </a:rPr>
              <a:t>公司名称：</a:t>
            </a:r>
            <a:endParaRPr lang="zh-CN" altLang="en-US" sz="2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WPS 演示</Application>
  <PresentationFormat>宽屏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 Unicode MS</vt:lpstr>
      <vt:lpstr>等线</vt:lpstr>
      <vt:lpstr>微软雅黑</vt:lpstr>
      <vt:lpstr>仿宋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 天奇</dc:creator>
  <cp:lastModifiedBy>李 天奇</cp:lastModifiedBy>
  <cp:revision>5</cp:revision>
  <dcterms:created xsi:type="dcterms:W3CDTF">2026-10-25T05:23:05Z</dcterms:created>
  <dcterms:modified xsi:type="dcterms:W3CDTF">2026-10-25T05:23:05Z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2052-11.1.0.11719</vt:lpwstr>
  </property>
</Properties>
</file>