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3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788480-4DC8-4F13-A2B8-AC79D7AC9C0E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A1AD2-9713-477E-94B4-0276FB118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193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35A0E-E28C-4639-B6CC-7F3034D57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B260F7-5D17-43B5-AAB1-B5F6A09B2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41204A-90DD-4D71-9EE4-45B56D70C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A0A192-FEBE-46B6-A958-9BB36FC97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8176B6-19AC-4BA8-8AD6-444CD6B99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502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421C1B-36F3-48A9-84B0-A7F18933C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C2A063-87E1-436D-A91D-D3A7252C2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0E13D0-9C61-4A8F-B272-AA09CB4F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E53A56-E937-4E95-8401-CF59B67DD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E178C-1747-432A-B12B-7F15437E1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29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3DF68-2501-4873-998A-FD2E21624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A94417-E53E-4BE4-BAF7-31C543BC4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D3F7F9-9285-4654-A13E-6487B378F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896D72-DE2B-4ABD-BDAA-510F9159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27E727-D7EE-4D52-93CC-32277AAC9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00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9A2FF-B6C6-4089-BE4B-536D046F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8E9772-041A-4F13-AAAA-C39B15905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EABA36-8DB5-4584-9115-A121E62B4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33E476-2F6A-40C1-91D2-43932E71C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0D91AA-F30D-4F5D-99EE-FF7C52F11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A368C6-2C25-4FCC-B625-5BE26C2A0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267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E7B59B-B5BA-4611-8161-9E2F06D3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E44EDD-586C-41B1-9B48-74FEE73E8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D950D0-8C0E-4C7E-8BF7-7E3E42F88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C7538D-A8EE-4175-926C-44E892B70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6712EC-8D6E-4102-8930-E80322564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181B96-973C-4E81-93EE-41898A5BA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52215F-FFE5-4EE4-91CC-382F5C07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8C987C5-838D-44FD-ABD4-5D3D14EB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839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32064D-0E5F-427E-8566-F2DED79FD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6FBB46-A7F7-4E76-AAD8-D3EC7DB6B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8D7730-7DFA-4CD6-ABC1-0A29E339D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65DEE5-3755-47D5-8BB8-A73E42016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428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6FD232-95A6-4CA7-9475-11FEF09CA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E8C95E-3AA1-44B0-86A7-CA3584A4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4798E2-6222-4DB7-81EE-0B9FC417E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633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4E0E6-BDDA-423B-A747-3B8063FD3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9D263D-2BC1-4564-964F-28D32CBBB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C31DC0-FF6E-4BCF-8966-6187BC040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BD0DE9-3147-4BB8-A94B-E3B0F248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9713DF-96E1-420A-9EFC-138763749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CC90DC-7363-4D4D-B454-CD1CB2463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32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F51C0C-0DE4-40C8-A069-64EE305D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902107-9563-491D-8EB4-EDEDCDD63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D0D693-39E5-4773-8C51-13D9F0139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9A330E-FF93-4906-862F-97BB4460E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B0E2A5-7EFC-44BA-B724-EFAEA0386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A0E008-61D2-4BA8-992E-0C710D087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848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F69E0-E3B9-4E6B-9406-425C978D9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B9A258-E45E-4CC1-9101-B830255DB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03BBEA-731E-43F0-AA6B-814D8B93D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DAF095-C64B-4637-82B4-9E14A47A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55A2EB-A4B0-4891-8BE0-1D88EB95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543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4570EC-460B-4385-9358-E75663466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90A132-0E50-4E06-B56E-35F0A6614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154D4B-FBFC-4575-9FD9-6B70878B5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2020/1/10</a:t>
            </a: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CF33FA-8C54-4E2C-813E-0EA7C683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源源科技有限公司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6608D-5FF9-42A0-A7B3-39F18B73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ED5A-96E3-48AC-B2B5-5A107FDC8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118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042C48-1D6F-4793-8107-011A5869B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</a:t>
            </a:r>
            <a:r>
              <a:rPr lang="zh-CN" altLang="en-US"/>
              <a:t>此处编辑母版</a:t>
            </a:r>
            <a:r>
              <a:rPr lang="zh-CN" altLang="en-US" dirty="0"/>
              <a:t>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A02E77-FF77-486F-904B-30E3FD6E8C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/>
              <a:t>2020/1/10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465332-101F-4691-908A-5923AE7F0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源源科技有限公司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2931C0-FAEF-4E9B-AAFA-947058F02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9ED5A-96E3-48AC-B2B5-5A107FDC8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286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宋体</vt:lpstr>
      <vt:lpstr>Arial</vt:lpstr>
      <vt:lpstr>Office 主题​​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 天奇</dc:creator>
  <cp:lastModifiedBy>李 天奇</cp:lastModifiedBy>
  <cp:revision>4</cp:revision>
  <dcterms:created xsi:type="dcterms:W3CDTF">2021-04-06T08:24:24Z</dcterms:created>
  <dcterms:modified xsi:type="dcterms:W3CDTF">2021-04-06T09:32:29Z</dcterms:modified>
</cp:coreProperties>
</file>