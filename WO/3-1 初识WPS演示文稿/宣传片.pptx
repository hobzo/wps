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Arial Unicode MS</vt:lpstr>
      <vt:lpstr>Arial Black</vt:lpstr>
      <vt:lpstr>微软雅黑</vt:lpstr>
      <vt:lpstr>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</cp:revision>
  <dcterms:created xsi:type="dcterms:W3CDTF">2026-10-25T05:37:02Z</dcterms:created>
  <dcterms:modified xsi:type="dcterms:W3CDTF">2026-10-25T05:37:02Z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2052-11.1.0.11719</vt:lpwstr>
  </property>
  <property fmtid="{D5CDD505-2E9C-101B-9397-08002B2CF9AE}" pid="3" name="ICV">
    <vt:lpwstr/>
  </property>
</Properties>
</file>