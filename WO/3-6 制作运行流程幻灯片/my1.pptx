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A47CF3-2116-49C2-A57C-2C59C07D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16430D7-9337-409F-A131-AB74E5477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097D92-218C-4AF5-BB87-F1C3A66B4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7FE4-A322-42F9-B42E-3CE6A8CA50A5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9D3F04-684C-4F6B-8173-E0BC69EBE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33BA70-1BF9-4F35-9D86-CCD59D02E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D1AB4-0698-40CB-9D82-850471A4EA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081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6C8CAE-1260-4532-AE59-8A034B3BB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7A1294-C5B1-4AC7-AC43-D91E42B29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58648D-068F-4373-9178-A3CA32254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7FE4-A322-42F9-B42E-3CE6A8CA50A5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6FC08-A947-41F8-BBB2-FB704D828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E1F2DF-BAF2-49A1-92B5-E429AA167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D1AB4-0698-40CB-9D82-850471A4EA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44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5F2F5C-4DC2-4D37-ACAF-B8E4FC120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8BA3E8-0041-4412-8E09-29AC32604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285E7D-430F-407C-825A-05E388D08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7FE4-A322-42F9-B42E-3CE6A8CA50A5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516611-FE0F-42F3-A950-54B8B1129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7FF2DF-0B39-4B18-BD38-9A0A0B44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D1AB4-0698-40CB-9D82-850471A4EA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6829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FD7CD4-6CDF-4512-AAB4-BEF42A285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E880D4-2F4F-4D29-B07D-549D7675C6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F37153-57DD-4F78-A4DA-1E7D2CFF4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47864D-7052-42C6-81BE-62463E69E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7FE4-A322-42F9-B42E-3CE6A8CA50A5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CA008D-E79E-43B7-85BE-12B82683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D4B00B-2B37-40ED-B956-371E12C31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D1AB4-0698-40CB-9D82-850471A4EA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0458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B4086-421F-4E62-8203-4825965AD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D0EDE7-DB25-41CC-B6EB-C083EF0CB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4D093F-CEA0-4311-9E94-BC13A1637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DA1FDC5-963F-474A-8396-03D22836D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341BFC-1691-4C40-A7E3-656DC4FF0E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58B9D76-1E1E-4155-A237-E1F3AC549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7FE4-A322-42F9-B42E-3CE6A8CA50A5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92866C3-D80D-4C06-B5BB-7AAED106F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42FF334-895E-4BB9-96DD-98BF2BA54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D1AB4-0698-40CB-9D82-850471A4EA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158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821CD3-D371-414D-94B1-4A3D2EA3F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5951565-C228-40EB-8221-504862590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7FE4-A322-42F9-B42E-3CE6A8CA50A5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3257273-2D31-46AF-9367-A3F32626F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494A763-D342-4AF9-869E-E55AF6430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D1AB4-0698-40CB-9D82-850471A4EA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4769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A3ABFA2-FE7F-4A1C-800B-BAFB5474C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7FE4-A322-42F9-B42E-3CE6A8CA50A5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3E10A1-2F79-42FA-83CC-5B74B9D7A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C8964F-A6E4-480B-8B7C-CDCA9DBCA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D1AB4-0698-40CB-9D82-850471A4EA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520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85464D-C662-4C24-8936-50CE1EA4A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315A6E-47E2-49A7-AA61-8E69B8F9A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BA52F0-A007-46B5-A951-8216FACC1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944E24-83C7-467A-94C8-6EEA0A641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7FE4-A322-42F9-B42E-3CE6A8CA50A5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A35171-2A3F-45D9-B71A-5DFC2B633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B931C4-F091-4E4F-9C91-569961FB2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D1AB4-0698-40CB-9D82-850471A4EA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173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A772B5-C153-405E-A2E1-163BB5210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D2A1F5B-982E-4DD0-916D-E66470EF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A89685-0B55-4951-AB81-639C518A7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DAD4EA-3A54-4839-A45A-C75B29F25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7FE4-A322-42F9-B42E-3CE6A8CA50A5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ECE29B-81B9-426E-8623-17ADE5BD4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FF9523-80EF-426D-995C-271E81092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D1AB4-0698-40CB-9D82-850471A4EA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559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C6625D-C1FB-4799-AB06-56967E8BF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844D29-B7A7-49FA-9DB0-868010FE8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243CD8-6D27-4B60-8CCF-EB24225F1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7FE4-A322-42F9-B42E-3CE6A8CA50A5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E4DC97-82F9-4E99-8D84-1CE2085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05E827-894A-470C-9EC5-C111F2F69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D1AB4-0698-40CB-9D82-850471A4EA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25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FFABC7B-9B5B-4925-92CD-655E76BBC9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5738B3-2874-47B9-A91A-E73A0028E3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78B334-65F6-4335-9BAA-6C22D4D0F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17FE4-A322-42F9-B42E-3CE6A8CA50A5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2905DA-AD5A-41C3-8A22-D71C61E88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57E94A-D13B-41EB-A2E8-56ED4CD18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D1AB4-0698-40CB-9D82-850471A4EA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987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3198B9-7552-44E6-B7B7-358DC3F72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5BAB94-004D-4C27-B74F-CE7694D45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5EAB87-3D35-4584-8054-FF9153D9FD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17FE4-A322-42F9-B42E-3CE6A8CA50A5}" type="datetimeFigureOut">
              <a:rPr lang="zh-CN" altLang="en-US" smtClean="0"/>
              <a:t>2021-04-06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6B6C8F-CE5D-4DC2-97B1-7A65CE8C80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C263E7-144B-42B9-AC37-29E5811F0F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D1AB4-0698-40CB-9D82-850471A4EA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06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D52567-C346-44F6-994F-92E00AFDB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912" y="205327"/>
            <a:ext cx="10515600" cy="1325563"/>
          </a:xfrm>
        </p:spPr>
        <p:txBody>
          <a:bodyPr/>
          <a:lstStyle/>
          <a:p>
            <a:r>
              <a:rPr lang="zh-CN" altLang="en-US" dirty="0"/>
              <a:t>运行流程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431E9502-9F1F-4056-BA2A-AA2733E46781}"/>
              </a:ext>
            </a:extLst>
          </p:cNvPr>
          <p:cNvSpPr/>
          <p:nvPr/>
        </p:nvSpPr>
        <p:spPr>
          <a:xfrm>
            <a:off x="1828800" y="1970843"/>
            <a:ext cx="958788" cy="9587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市场及生产部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AFE4F38-7D00-4B83-8C8A-653B42B2EE77}"/>
              </a:ext>
            </a:extLst>
          </p:cNvPr>
          <p:cNvSpPr/>
          <p:nvPr/>
        </p:nvSpPr>
        <p:spPr>
          <a:xfrm>
            <a:off x="4550546" y="2015232"/>
            <a:ext cx="958788" cy="9587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生产及研发部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D7456CC-82B1-4475-9C5D-5BED7B8D14DB}"/>
              </a:ext>
            </a:extLst>
          </p:cNvPr>
          <p:cNvSpPr/>
          <p:nvPr/>
        </p:nvSpPr>
        <p:spPr>
          <a:xfrm>
            <a:off x="7547499" y="2015232"/>
            <a:ext cx="958788" cy="9587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销售部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F68FD7-4F93-4D88-ACAC-4B2D33781961}"/>
              </a:ext>
            </a:extLst>
          </p:cNvPr>
          <p:cNvSpPr/>
          <p:nvPr/>
        </p:nvSpPr>
        <p:spPr>
          <a:xfrm>
            <a:off x="2041865" y="3429000"/>
            <a:ext cx="541538" cy="1471474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市场需求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5CD106-683E-460E-AA1C-9DE859D0A47A}"/>
              </a:ext>
            </a:extLst>
          </p:cNvPr>
          <p:cNvSpPr/>
          <p:nvPr/>
        </p:nvSpPr>
        <p:spPr>
          <a:xfrm>
            <a:off x="3339483" y="3429000"/>
            <a:ext cx="541538" cy="1471474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开发明细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CA58ABA-323D-4035-BE94-0DC1C7C7209C}"/>
              </a:ext>
            </a:extLst>
          </p:cNvPr>
          <p:cNvSpPr/>
          <p:nvPr/>
        </p:nvSpPr>
        <p:spPr>
          <a:xfrm>
            <a:off x="4759171" y="3429000"/>
            <a:ext cx="541538" cy="1471474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项目进度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A61499-C413-48DE-A2BF-78040EBE4BC9}"/>
              </a:ext>
            </a:extLst>
          </p:cNvPr>
          <p:cNvSpPr/>
          <p:nvPr/>
        </p:nvSpPr>
        <p:spPr>
          <a:xfrm>
            <a:off x="5971712" y="3429000"/>
            <a:ext cx="541538" cy="1471474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开发实施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5560A4-CB30-4240-AD4B-36B370FAA10C}"/>
              </a:ext>
            </a:extLst>
          </p:cNvPr>
          <p:cNvSpPr/>
          <p:nvPr/>
        </p:nvSpPr>
        <p:spPr>
          <a:xfrm>
            <a:off x="7276730" y="3458362"/>
            <a:ext cx="541538" cy="1471474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进度监控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D9643CC-AC3E-486E-9DC1-B26B16A1C2F1}"/>
              </a:ext>
            </a:extLst>
          </p:cNvPr>
          <p:cNvSpPr/>
          <p:nvPr/>
        </p:nvSpPr>
        <p:spPr>
          <a:xfrm>
            <a:off x="8581748" y="3429000"/>
            <a:ext cx="541538" cy="1471474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市场需求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146F3B6-FB28-4F80-8E99-76641773CDCB}"/>
              </a:ext>
            </a:extLst>
          </p:cNvPr>
          <p:cNvCxnSpPr>
            <a:stCxn id="3" idx="4"/>
            <a:endCxn id="6" idx="0"/>
          </p:cNvCxnSpPr>
          <p:nvPr/>
        </p:nvCxnSpPr>
        <p:spPr>
          <a:xfrm>
            <a:off x="2308194" y="2929631"/>
            <a:ext cx="4440" cy="499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22ECFC9-ABD7-4A83-9C62-CAB23BD78A21}"/>
              </a:ext>
            </a:extLst>
          </p:cNvPr>
          <p:cNvCxnSpPr/>
          <p:nvPr/>
        </p:nvCxnSpPr>
        <p:spPr>
          <a:xfrm>
            <a:off x="1287262" y="1642369"/>
            <a:ext cx="87445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2E4394C-174C-4E31-9636-59671AC54722}"/>
              </a:ext>
            </a:extLst>
          </p:cNvPr>
          <p:cNvCxnSpPr/>
          <p:nvPr/>
        </p:nvCxnSpPr>
        <p:spPr>
          <a:xfrm>
            <a:off x="10040645" y="1642369"/>
            <a:ext cx="0" cy="2654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1A7ADB2-1FAF-4C31-B424-357A2F11C56B}"/>
              </a:ext>
            </a:extLst>
          </p:cNvPr>
          <p:cNvCxnSpPr/>
          <p:nvPr/>
        </p:nvCxnSpPr>
        <p:spPr>
          <a:xfrm flipH="1">
            <a:off x="9123286" y="4305670"/>
            <a:ext cx="9084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31638155-5471-44A9-A761-C9F178F7FBFD}"/>
              </a:ext>
            </a:extLst>
          </p:cNvPr>
          <p:cNvCxnSpPr>
            <a:stCxn id="4" idx="6"/>
          </p:cNvCxnSpPr>
          <p:nvPr/>
        </p:nvCxnSpPr>
        <p:spPr>
          <a:xfrm>
            <a:off x="5509334" y="2494626"/>
            <a:ext cx="7331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5EC43D1-6D3A-4147-AE46-0A207E64F04E}"/>
              </a:ext>
            </a:extLst>
          </p:cNvPr>
          <p:cNvCxnSpPr>
            <a:stCxn id="4" idx="2"/>
          </p:cNvCxnSpPr>
          <p:nvPr/>
        </p:nvCxnSpPr>
        <p:spPr>
          <a:xfrm flipH="1">
            <a:off x="3610252" y="2494626"/>
            <a:ext cx="9402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09179793-D56D-4FDB-ABC3-D37C7180242B}"/>
              </a:ext>
            </a:extLst>
          </p:cNvPr>
          <p:cNvCxnSpPr>
            <a:stCxn id="5" idx="6"/>
          </p:cNvCxnSpPr>
          <p:nvPr/>
        </p:nvCxnSpPr>
        <p:spPr>
          <a:xfrm>
            <a:off x="8506287" y="2494626"/>
            <a:ext cx="3462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38912325-5ACF-4C3F-ADBA-BDBE04D24692}"/>
              </a:ext>
            </a:extLst>
          </p:cNvPr>
          <p:cNvCxnSpPr>
            <a:stCxn id="5" idx="2"/>
          </p:cNvCxnSpPr>
          <p:nvPr/>
        </p:nvCxnSpPr>
        <p:spPr>
          <a:xfrm flipH="1">
            <a:off x="7395099" y="2494626"/>
            <a:ext cx="15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70887BF6-D40E-4FD2-8D97-EE9961142B27}"/>
              </a:ext>
            </a:extLst>
          </p:cNvPr>
          <p:cNvCxnSpPr>
            <a:endCxn id="7" idx="0"/>
          </p:cNvCxnSpPr>
          <p:nvPr/>
        </p:nvCxnSpPr>
        <p:spPr>
          <a:xfrm>
            <a:off x="3610252" y="2494626"/>
            <a:ext cx="0" cy="934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66F3A7AB-A762-45BC-9A80-0BCAFA77CFAE}"/>
              </a:ext>
            </a:extLst>
          </p:cNvPr>
          <p:cNvCxnSpPr>
            <a:endCxn id="9" idx="0"/>
          </p:cNvCxnSpPr>
          <p:nvPr/>
        </p:nvCxnSpPr>
        <p:spPr>
          <a:xfrm>
            <a:off x="6242481" y="2494626"/>
            <a:ext cx="0" cy="934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46E27586-0AF5-486A-A4A4-1C0EB654E550}"/>
              </a:ext>
            </a:extLst>
          </p:cNvPr>
          <p:cNvCxnSpPr>
            <a:endCxn id="11" idx="0"/>
          </p:cNvCxnSpPr>
          <p:nvPr/>
        </p:nvCxnSpPr>
        <p:spPr>
          <a:xfrm>
            <a:off x="8852517" y="2494626"/>
            <a:ext cx="0" cy="934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966FED24-343E-4ABF-B6CD-B617C3BA9C00}"/>
              </a:ext>
            </a:extLst>
          </p:cNvPr>
          <p:cNvCxnSpPr/>
          <p:nvPr/>
        </p:nvCxnSpPr>
        <p:spPr>
          <a:xfrm>
            <a:off x="7395099" y="2494626"/>
            <a:ext cx="0" cy="934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BB530B71-997C-4BF5-B16B-B1215381F116}"/>
              </a:ext>
            </a:extLst>
          </p:cNvPr>
          <p:cNvCxnSpPr/>
          <p:nvPr/>
        </p:nvCxnSpPr>
        <p:spPr>
          <a:xfrm>
            <a:off x="1287262" y="1642369"/>
            <a:ext cx="0" cy="2522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536503EB-04D8-44B4-9E96-0330617E4315}"/>
              </a:ext>
            </a:extLst>
          </p:cNvPr>
          <p:cNvCxnSpPr/>
          <p:nvPr/>
        </p:nvCxnSpPr>
        <p:spPr>
          <a:xfrm>
            <a:off x="1287262" y="4194099"/>
            <a:ext cx="7546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690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24</Words>
  <Application>Microsoft Office PowerPoint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运行流程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运行流程</dc:title>
  <dc:creator>李 天奇</dc:creator>
  <cp:lastModifiedBy>李 天奇</cp:lastModifiedBy>
  <cp:revision>5</cp:revision>
  <dcterms:created xsi:type="dcterms:W3CDTF">2021-04-06T14:04:59Z</dcterms:created>
  <dcterms:modified xsi:type="dcterms:W3CDTF">2021-04-06T15:12:51Z</dcterms:modified>
</cp:coreProperties>
</file>