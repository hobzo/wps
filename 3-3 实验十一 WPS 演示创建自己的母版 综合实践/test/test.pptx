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59" r:id="rId3"/>
  </p:sldMasterIdLst>
  <p:notesMasterIdLst>
    <p:notesMasterId r:id="rId5"/>
  </p:notesMasterIdLst>
  <p:handoutMasterIdLst>
    <p:handoutMasterId r:id="rId25"/>
  </p:handoutMasterIdLst>
  <p:sldIdLst>
    <p:sldId id="257" r:id="rId4"/>
    <p:sldId id="258" r:id="rId6"/>
    <p:sldId id="259" r:id="rId7"/>
    <p:sldId id="260" r:id="rId8"/>
    <p:sldId id="262" r:id="rId9"/>
    <p:sldId id="261" r:id="rId10"/>
    <p:sldId id="269" r:id="rId11"/>
    <p:sldId id="270" r:id="rId12"/>
    <p:sldId id="271" r:id="rId13"/>
    <p:sldId id="274" r:id="rId14"/>
    <p:sldId id="277" r:id="rId15"/>
    <p:sldId id="279" r:id="rId16"/>
    <p:sldId id="280" r:id="rId17"/>
    <p:sldId id="281" r:id="rId18"/>
    <p:sldId id="283" r:id="rId19"/>
    <p:sldId id="285" r:id="rId20"/>
    <p:sldId id="286" r:id="rId21"/>
    <p:sldId id="288" r:id="rId22"/>
    <p:sldId id="289" r:id="rId23"/>
    <p:sldId id="290" r:id="rId24"/>
  </p:sldIdLst>
  <p:sldSz cx="12192000" cy="6858000"/>
  <p:notesSz cx="7103745" cy="10234295"/>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60"/>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0" Type="http://schemas.openxmlformats.org/officeDocument/2006/relationships/tags" Target="tags/tag224.xml"/><Relationship Id="rId3" Type="http://schemas.openxmlformats.org/officeDocument/2006/relationships/slideMaster" Target="slideMasters/slideMaster2.xml"/><Relationship Id="rId29" Type="http://schemas.openxmlformats.org/officeDocument/2006/relationships/commentAuthors" Target="commentAuthors.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handoutMaster" Target="handoutMasters/handoutMaster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5" Type="http://schemas.openxmlformats.org/officeDocument/2006/relationships/tags" Target="../tags/tag58.xml"/><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7" Type="http://schemas.openxmlformats.org/officeDocument/2006/relationships/tags" Target="../tags/tag64.xml"/><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71.xml"/><Relationship Id="rId7" Type="http://schemas.openxmlformats.org/officeDocument/2006/relationships/tags" Target="../tags/tag70.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78.xml"/><Relationship Id="rId7" Type="http://schemas.openxmlformats.org/officeDocument/2006/relationships/tags" Target="../tags/tag77.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93.xml"/><Relationship Id="rId8" Type="http://schemas.openxmlformats.org/officeDocument/2006/relationships/tags" Target="../tags/tag92.xml"/><Relationship Id="rId7" Type="http://schemas.openxmlformats.org/officeDocument/2006/relationships/tags" Target="../tags/tag91.xml"/><Relationship Id="rId6" Type="http://schemas.openxmlformats.org/officeDocument/2006/relationships/tags" Target="../tags/tag90.xml"/><Relationship Id="rId5" Type="http://schemas.openxmlformats.org/officeDocument/2006/relationships/tags" Target="../tags/tag89.xml"/><Relationship Id="rId4" Type="http://schemas.openxmlformats.org/officeDocument/2006/relationships/tags" Target="../tags/tag88.xml"/><Relationship Id="rId3" Type="http://schemas.openxmlformats.org/officeDocument/2006/relationships/tags" Target="../tags/tag87.xml"/><Relationship Id="rId2" Type="http://schemas.openxmlformats.org/officeDocument/2006/relationships/tags" Target="../tags/tag86.xml"/><Relationship Id="rId10" Type="http://schemas.openxmlformats.org/officeDocument/2006/relationships/tags" Target="../tags/tag94.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7" Type="http://schemas.openxmlformats.org/officeDocument/2006/relationships/tags" Target="../tags/tag100.xml"/><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sym typeface="+mn-ea"/>
              </a:rPr>
              <a:t>Click to edit Master title style</a:t>
            </a:r>
            <a:endParaRPr lang="zh-CN" altLang="en-US" dirty="0">
              <a:sym typeface="+mn-ea"/>
            </a:endParaRPr>
          </a:p>
        </p:txBody>
      </p:sp>
      <p:sp>
        <p:nvSpPr>
          <p:cNvPr id="4" name="日期占位符 3"/>
          <p:cNvSpPr>
            <a:spLocks noGrp="1"/>
          </p:cNvSpPr>
          <p:nvPr>
            <p:ph type="dt" sz="half" idx="10"/>
          </p:nvPr>
        </p:nvSpPr>
        <p:spPr/>
        <p:txBody>
          <a:bodyPr/>
          <a:lstStyle/>
          <a:p>
            <a:r>
              <a:rPr lang="zh-CN" altLang="en-US" smtClean="0"/>
              <a:t>2025-6-6</a:t>
            </a:r>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Click to edit Master subtitle style</a:t>
            </a:r>
            <a:endParaRPr lang="zh-CN" altLang="en-US" dirty="0"/>
          </a:p>
        </p:txBody>
      </p:sp>
    </p:spTree>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10"/>
          </p:nvPr>
        </p:nvSpPr>
        <p:spPr/>
        <p:txBody>
          <a:bodyPr/>
          <a:lstStyle/>
          <a:p>
            <a:r>
              <a:rPr lang="zh-CN" altLang="en-US" smtClean="0"/>
              <a:t>2025-6-6</a:t>
            </a:r>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0945"/>
            <a:ext cx="9848088" cy="811530"/>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sym typeface="+mn-ea"/>
              </a:rPr>
              <a:t>Click to edit Master text styles</a:t>
            </a:r>
            <a:endParaRPr lang="zh-CN" altLang="en-US" dirty="0">
              <a:sym typeface="+mn-ea"/>
            </a:endParaRPr>
          </a:p>
        </p:txBody>
      </p:sp>
      <p:sp>
        <p:nvSpPr>
          <p:cNvPr id="4" name="日期占位符 3"/>
          <p:cNvSpPr>
            <a:spLocks noGrp="1"/>
          </p:cNvSpPr>
          <p:nvPr>
            <p:ph type="dt" sz="half" idx="10"/>
          </p:nvPr>
        </p:nvSpPr>
        <p:spPr/>
        <p:txBody>
          <a:bodyPr/>
          <a:lstStyle/>
          <a:p>
            <a:r>
              <a:rPr lang="zh-CN" altLang="en-US" smtClean="0"/>
              <a:t>2025-6-6</a:t>
            </a:r>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5" name="日期占位符 4"/>
          <p:cNvSpPr>
            <a:spLocks noGrp="1"/>
          </p:cNvSpPr>
          <p:nvPr>
            <p:ph type="dt" sz="half" idx="10"/>
          </p:nvPr>
        </p:nvSpPr>
        <p:spPr/>
        <p:txBody>
          <a:bodyPr/>
          <a:lstStyle/>
          <a:p>
            <a:r>
              <a:rPr lang="zh-CN" altLang="en-US" smtClean="0"/>
              <a:t>2025-6-6</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Click to edit Master title style</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sym typeface="+mn-ea"/>
              </a:rPr>
              <a:t>Click to edit Master text styles</a:t>
            </a:r>
            <a:endParaRPr lang="zh-CN" altLang="en-US" dirty="0">
              <a:sym typeface="+mn-ea"/>
            </a:endParaRPr>
          </a:p>
        </p:txBody>
      </p:sp>
      <p:sp>
        <p:nvSpPr>
          <p:cNvPr id="4" name="内容占位符 3"/>
          <p:cNvSpPr>
            <a:spLocks noGrp="1"/>
          </p:cNvSpPr>
          <p:nvPr>
            <p:ph sz="half" idx="2"/>
          </p:nvPr>
        </p:nvSpPr>
        <p:spPr>
          <a:xfrm>
            <a:off x="839788" y="2615609"/>
            <a:ext cx="5157787" cy="3574054"/>
          </a:xfrm>
        </p:spPr>
        <p:txBody>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sym typeface="+mn-ea"/>
              </a:rPr>
              <a:t>Click to edit Master text styles</a:t>
            </a:r>
            <a:endParaRPr lang="zh-CN" altLang="en-US" dirty="0">
              <a:sym typeface="+mn-ea"/>
            </a:endParaRP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7" name="日期占位符 6"/>
          <p:cNvSpPr>
            <a:spLocks noGrp="1"/>
          </p:cNvSpPr>
          <p:nvPr>
            <p:ph type="dt" sz="half" idx="10"/>
          </p:nvPr>
        </p:nvSpPr>
        <p:spPr/>
        <p:txBody>
          <a:bodyPr/>
          <a:lstStyle/>
          <a:p>
            <a:r>
              <a:rPr lang="zh-CN" altLang="en-US" smtClean="0"/>
              <a:t>2025-6-6</a:t>
            </a:r>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日期占位符 2"/>
          <p:cNvSpPr>
            <a:spLocks noGrp="1"/>
          </p:cNvSpPr>
          <p:nvPr>
            <p:ph type="dt" sz="half" idx="10"/>
          </p:nvPr>
        </p:nvSpPr>
        <p:spPr/>
        <p:txBody>
          <a:bodyPr/>
          <a:lstStyle/>
          <a:p>
            <a:r>
              <a:rPr lang="zh-CN" altLang="en-US" smtClean="0"/>
              <a:t>2025-6-6</a:t>
            </a:r>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r>
              <a:rPr lang="zh-CN" altLang="en-US" smtClean="0"/>
              <a:t>2025-6-6</a:t>
            </a:r>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标题 1"/>
          <p:cNvSpPr>
            <a:spLocks noGrp="1"/>
          </p:cNvSpPr>
          <p:nvPr>
            <p:ph type="title"/>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sym typeface="+mn-ea"/>
              </a:rPr>
              <a:t>Click to edit Master title style</a:t>
            </a:r>
            <a:endParaRPr lang="zh-CN" altLang="en-US" dirty="0">
              <a:sym typeface="+mn-ea"/>
            </a:endParaRP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Click to edit Master text styles</a:t>
            </a:r>
            <a:endParaRPr lang="zh-CN" altLang="en-US" dirty="0"/>
          </a:p>
        </p:txBody>
      </p:sp>
      <p:sp>
        <p:nvSpPr>
          <p:cNvPr id="5" name="日期占位符 4"/>
          <p:cNvSpPr>
            <a:spLocks noGrp="1"/>
          </p:cNvSpPr>
          <p:nvPr>
            <p:ph type="dt" sz="half" idx="10"/>
          </p:nvPr>
        </p:nvSpPr>
        <p:spPr/>
        <p:txBody>
          <a:bodyPr/>
          <a:lstStyle/>
          <a:p>
            <a:r>
              <a:rPr lang="zh-CN" altLang="en-US" smtClean="0"/>
              <a:t>2025-6-6</a:t>
            </a:r>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cxnSp>
        <p:nvCxnSpPr>
          <p:cNvPr id="8" name="直接连接符 7" hidden="1"/>
          <p:cNvCxnSpPr/>
          <p:nvPr userDrawn="1"/>
        </p:nvCxnSpPr>
        <p:spPr>
          <a:xfrm>
            <a:off x="742950" y="434340"/>
            <a:ext cx="0" cy="139128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Click to edit Master title style</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10"/>
          </p:nvPr>
        </p:nvSpPr>
        <p:spPr/>
        <p:txBody>
          <a:bodyPr/>
          <a:lstStyle/>
          <a:p>
            <a:r>
              <a:rPr lang="zh-CN" altLang="en-US" smtClean="0"/>
              <a:t>2025-6-6</a:t>
            </a:r>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r>
              <a:rPr lang="zh-CN" altLang="en-US" smtClean="0"/>
              <a:t>2025-6-6</a:t>
            </a:r>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准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sz="1200" b="1">
                <a:latin typeface="文泉驿正黑" panose="02000603000000000000" charset="-122"/>
                <a:ea typeface="文泉驿正黑" panose="02000603000000000000" charset="-122"/>
              </a:defRPr>
            </a:lvl1pPr>
          </a:lstStyle>
          <a:p>
            <a:r>
              <a:rPr lang="zh-CN" altLang="en-US" smtClean="0"/>
              <a:t>2025-6-6</a:t>
            </a:r>
            <a:endParaRPr lang="zh-CN" altLang="en-US"/>
          </a:p>
        </p:txBody>
      </p:sp>
      <p:sp>
        <p:nvSpPr>
          <p:cNvPr id="4" name="页脚占位符 3"/>
          <p:cNvSpPr>
            <a:spLocks noGrp="1"/>
          </p:cNvSpPr>
          <p:nvPr>
            <p:ph type="ftr" sz="quarter" idx="11"/>
          </p:nvPr>
        </p:nvSpPr>
        <p:spPr/>
        <p:txBody>
          <a:bodyPr/>
          <a:lstStyle>
            <a:lvl1pPr>
              <a:defRPr sz="1200" b="1">
                <a:latin typeface="文泉驿正黑" panose="02000603000000000000" charset="-122"/>
                <a:ea typeface="文泉驿正黑" panose="02000603000000000000" charset="-122"/>
              </a:defRPr>
            </a:lvl1pPr>
          </a:lstStyle>
          <a:p>
            <a:endParaRPr lang="zh-CN" altLang="en-US" dirty="0"/>
          </a:p>
        </p:txBody>
      </p:sp>
      <p:sp>
        <p:nvSpPr>
          <p:cNvPr id="5" name="灯片编号占位符 4"/>
          <p:cNvSpPr>
            <a:spLocks noGrp="1"/>
          </p:cNvSpPr>
          <p:nvPr>
            <p:ph type="sldNum" sz="quarter" idx="12"/>
          </p:nvPr>
        </p:nvSpPr>
        <p:spPr/>
        <p:txBody>
          <a:bodyPr/>
          <a:lstStyle>
            <a:lvl1pPr>
              <a:defRPr sz="1200" b="1">
                <a:latin typeface="文泉驿正黑" panose="02000603000000000000" charset="-122"/>
                <a:ea typeface="文泉驿正黑" panose="02000603000000000000" charset="-122"/>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3"/>
            </p:custDataLst>
          </p:nvPr>
        </p:nvSpPr>
        <p:spPr>
          <a:xfrm>
            <a:off x="610870" y="1521460"/>
            <a:ext cx="10970260" cy="2152015"/>
          </a:xfrm>
        </p:spPr>
        <p:txBody>
          <a:bodyPr lIns="101600" tIns="38100" rIns="25400" bIns="38100" anchor="b" anchorCtr="0">
            <a:normAutofit/>
          </a:bodyPr>
          <a:lstStyle>
            <a:lvl1pPr algn="ctr">
              <a:defRPr sz="6000" b="1" spc="600">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4"/>
            </p:custDataLst>
          </p:nvPr>
        </p:nvSpPr>
        <p:spPr>
          <a:xfrm>
            <a:off x="610870" y="3737610"/>
            <a:ext cx="10970260" cy="1596390"/>
          </a:xfrm>
        </p:spPr>
        <p:txBody>
          <a:bodyPr lIns="101600" tIns="38100" rIns="76200" bIns="38100">
            <a:normAutofit/>
          </a:bodyPr>
          <a:lstStyle>
            <a:lvl1pPr marL="0" indent="0" algn="ctr" eaLnBrk="1" fontAlgn="auto" latinLnBrk="0" hangingPunct="1">
              <a:lnSpc>
                <a:spcPct val="15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4" name="日期占位符 3"/>
          <p:cNvSpPr>
            <a:spLocks noGrp="1"/>
          </p:cNvSpPr>
          <p:nvPr>
            <p:ph type="dt" sz="half" idx="2"/>
            <p:custDataLst>
              <p:tags r:id="rId5"/>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r>
              <a:rPr lang="zh-CN" altLang="en-US" smtClean="0"/>
              <a:t>2025-6-6</a:t>
            </a:r>
            <a:endParaRPr lang="zh-CN" altLang="en-US"/>
          </a:p>
        </p:txBody>
      </p:sp>
      <p:sp>
        <p:nvSpPr>
          <p:cNvPr id="5" name="页脚占位符 4"/>
          <p:cNvSpPr>
            <a:spLocks noGrp="1"/>
          </p:cNvSpPr>
          <p:nvPr>
            <p:ph type="ftr" sz="quarter" idx="3"/>
            <p:custDataLst>
              <p:tags r:id="rId6"/>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7"/>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11505" y="1515110"/>
            <a:ext cx="10970895" cy="4736465"/>
          </a:xfrm>
        </p:spPr>
        <p:txBody>
          <a:bodyPr vert="horz" lIns="90170" tIns="46990" rIns="90170" bIns="0" rtlCol="0">
            <a:normAutofit/>
          </a:bodyPr>
          <a:lstStyle>
            <a:lvl1pPr marL="0" marR="0" lvl="0"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457200" marR="0" lvl="1" indent="0" algn="l" defTabSz="914400" rtl="0" eaLnBrk="1" fontAlgn="auto" latinLnBrk="0" hangingPunct="1">
              <a:lnSpc>
                <a:spcPct val="150000"/>
              </a:lnSpc>
              <a:spcBef>
                <a:spcPts val="0"/>
              </a:spcBef>
              <a:spcAft>
                <a:spcPts val="1000"/>
              </a:spcAft>
              <a:buFont typeface="Arial" panose="020B0604020202020204" pitchFamily="34" charset="0"/>
              <a:buNone/>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914400" marR="0" lvl="2"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371600" marR="0" lvl="3"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1828800" marR="0" lvl="4"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p:txBody>
      </p:sp>
      <p:sp>
        <p:nvSpPr>
          <p:cNvPr id="2" name="标题 1"/>
          <p:cNvSpPr>
            <a:spLocks noGrp="1"/>
          </p:cNvSpPr>
          <p:nvPr>
            <p:ph type="title"/>
            <p:custDataLst>
              <p:tags r:id="rId3"/>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4" name="日期占位符 3"/>
          <p:cNvSpPr>
            <a:spLocks noGrp="1"/>
          </p:cNvSpPr>
          <p:nvPr>
            <p:ph type="dt" sz="half" idx="2"/>
            <p:custDataLst>
              <p:tags r:id="rId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r>
              <a:rPr lang="zh-CN" altLang="en-US" smtClean="0"/>
              <a:t>2025-6-6</a:t>
            </a:r>
            <a:endParaRPr lang="zh-CN" altLang="en-US"/>
          </a:p>
        </p:txBody>
      </p:sp>
      <p:sp>
        <p:nvSpPr>
          <p:cNvPr id="5" name="页脚占位符 4"/>
          <p:cNvSpPr>
            <a:spLocks noGrp="1"/>
          </p:cNvSpPr>
          <p:nvPr>
            <p:ph type="ftr" sz="quarter" idx="3"/>
            <p:custDataLst>
              <p:tags r:id="rId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3"/>
            </p:custDataLst>
          </p:nvPr>
        </p:nvSpPr>
        <p:spPr>
          <a:xfrm>
            <a:off x="1991995" y="3926840"/>
            <a:ext cx="7767955" cy="768350"/>
          </a:xfrm>
        </p:spPr>
        <p:txBody>
          <a:bodyPr lIns="101600" tIns="38100" rIns="63500" bIns="38100" anchor="t" anchorCtr="0">
            <a:normAutofit/>
          </a:bodyPr>
          <a:lstStyle>
            <a:lvl1pPr>
              <a:defRPr sz="4400" b="1" u="none" strike="noStrike" kern="1200" cap="none" spc="300" normalizeH="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4"/>
            </p:custDataLst>
          </p:nvPr>
        </p:nvSpPr>
        <p:spPr>
          <a:xfrm>
            <a:off x="1991995" y="4728210"/>
            <a:ext cx="7769225" cy="1078230"/>
          </a:xfrm>
        </p:spPr>
        <p:txBody>
          <a:bodyPr wrap="square" lIns="90170" tIns="46990" rIns="90170" bIns="46990">
            <a:normAutofit/>
          </a:bodyPr>
          <a:lstStyle>
            <a:lvl1pPr marL="0" indent="0" algn="l" eaLnBrk="1" fontAlgn="auto" latinLnBrk="0" hangingPunct="1">
              <a:lnSpc>
                <a:spcPct val="150000"/>
              </a:lnSpc>
              <a:spcAft>
                <a:spcPts val="0"/>
              </a:spcAft>
              <a:buNone/>
              <a:defRPr kumimoji="0" lang="zh-CN" altLang="en-US" sz="1800" b="0" i="0" u="none" strike="noStrike" kern="1200" cap="none" spc="150" normalizeH="0" baseline="0" noProof="1">
                <a:solidFill>
                  <a:schemeClr val="tx1">
                    <a:lumMod val="65000"/>
                    <a:lumOff val="35000"/>
                  </a:schemeClr>
                </a:solidFill>
                <a:uFillTx/>
                <a:latin typeface="+mn-lt"/>
                <a:ea typeface="+mn-ea"/>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2"/>
            <p:custDataLst>
              <p:tags r:id="rId5"/>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r>
              <a:rPr lang="zh-CN" altLang="en-US" smtClean="0"/>
              <a:t>2025-6-6</a:t>
            </a:r>
            <a:endParaRPr lang="zh-CN" altLang="en-US"/>
          </a:p>
        </p:txBody>
      </p:sp>
      <p:sp>
        <p:nvSpPr>
          <p:cNvPr id="5" name="页脚占位符 4"/>
          <p:cNvSpPr>
            <a:spLocks noGrp="1"/>
          </p:cNvSpPr>
          <p:nvPr>
            <p:ph type="ftr" sz="quarter" idx="3"/>
            <p:custDataLst>
              <p:tags r:id="rId6"/>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7"/>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9" name="文本占位符 8"/>
          <p:cNvSpPr>
            <a:spLocks noGrp="1"/>
          </p:cNvSpPr>
          <p:nvPr>
            <p:ph type="body" idx="1" hasCustomPrompt="1"/>
            <p:custDataLst>
              <p:tags r:id="rId2"/>
            </p:custDataLst>
          </p:nvPr>
        </p:nvSpPr>
        <p:spPr>
          <a:xfrm>
            <a:off x="612775" y="1522095"/>
            <a:ext cx="5169535" cy="4751070"/>
          </a:xfrm>
          <a:prstGeom prst="rect">
            <a:avLst/>
          </a:prstGeom>
        </p:spPr>
        <p:txBody>
          <a:bodyPr vert="horz" lIns="90170" tIns="46990" rIns="90170" bIns="46990" rtlCol="0">
            <a:normAutofit/>
          </a:bodyPr>
          <a:lstStyle>
            <a:lvl1pPr marL="0" indent="0" algn="l">
              <a:buFont typeface="Wingdings" panose="05000000000000000000" charset="0"/>
              <a:buChar char="l"/>
              <a:defRPr>
                <a:latin typeface="+mn-ea"/>
                <a:ea typeface="+mn-ea"/>
                <a:cs typeface="+mn-ea"/>
              </a:defRPr>
            </a:lvl1pPr>
            <a:lvl2pPr marL="457200" indent="0" algn="l">
              <a:buFont typeface="Wingdings" panose="05000000000000000000" charset="0"/>
              <a:buChar char="l"/>
              <a:defRPr/>
            </a:lvl2pPr>
            <a:lvl3pPr marL="914400" indent="0" algn="l">
              <a:buFont typeface="Wingdings" panose="05000000000000000000" charset="0"/>
              <a:buChar char="l"/>
              <a:defRPr/>
            </a:lvl3pPr>
            <a:lvl4pPr marL="1371600" indent="0" algn="l">
              <a:buFont typeface="Wingdings" panose="05000000000000000000" charset="0"/>
              <a:buChar char="l"/>
              <a:defRPr/>
            </a:lvl4pPr>
            <a:lvl5pPr marL="1828800" indent="0" algn="l">
              <a:buFont typeface="Wingdings" panose="05000000000000000000" charset="0"/>
              <a:buChar char="l"/>
              <a:defRPr/>
            </a:lvl5pPr>
          </a:lstStyle>
          <a:p>
            <a:pPr lvl="0"/>
            <a:r>
              <a:rPr dirty="0">
                <a:sym typeface="+mn-ea"/>
              </a:rPr>
              <a:t> 单击此处编辑文本</a:t>
            </a:r>
            <a:endParaRPr lang="zh-CN" altLang="en-US" dirty="0"/>
          </a:p>
        </p:txBody>
      </p:sp>
      <p:cxnSp>
        <p:nvCxnSpPr>
          <p:cNvPr id="25" name="直接连接符 24"/>
          <p:cNvCxnSpPr/>
          <p:nvPr userDrawn="1">
            <p:custDataLst>
              <p:tags r:id="rId3"/>
            </p:custDataLst>
          </p:nvPr>
        </p:nvCxnSpPr>
        <p:spPr>
          <a:xfrm>
            <a:off x="6096000" y="1715770"/>
            <a:ext cx="0" cy="4442460"/>
          </a:xfrm>
          <a:prstGeom prst="line">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标题 9"/>
          <p:cNvSpPr>
            <a:spLocks noGrp="1"/>
          </p:cNvSpPr>
          <p:nvPr>
            <p:ph type="title" hasCustomPrompt="1"/>
            <p:custDataLst>
              <p:tags r:id="rId4"/>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a:sym typeface="+mn-ea"/>
              </a:rPr>
              <a:t>单击此处编辑标题</a:t>
            </a:r>
            <a:endParaRPr dirty="0">
              <a:sym typeface="+mn-ea"/>
            </a:endParaRPr>
          </a:p>
        </p:txBody>
      </p:sp>
      <p:sp>
        <p:nvSpPr>
          <p:cNvPr id="11" name="文本占位符 10"/>
          <p:cNvSpPr>
            <a:spLocks noGrp="1"/>
          </p:cNvSpPr>
          <p:nvPr>
            <p:ph type="body" idx="13" hasCustomPrompt="1"/>
            <p:custDataLst>
              <p:tags r:id="rId5"/>
            </p:custDataLst>
          </p:nvPr>
        </p:nvSpPr>
        <p:spPr>
          <a:xfrm>
            <a:off x="6412230" y="1522095"/>
            <a:ext cx="5169535" cy="4751070"/>
          </a:xfrm>
          <a:prstGeom prst="rect">
            <a:avLst/>
          </a:prstGeom>
        </p:spPr>
        <p:txBody>
          <a:bodyPr vert="horz" lIns="90170" tIns="46990" rIns="90170" bIns="46990" rtlCol="0">
            <a:normAutofit/>
          </a:bodyPr>
          <a:lstStyle>
            <a:lvl1pPr marL="0" indent="0" algn="l">
              <a:buFont typeface="Wingdings" panose="05000000000000000000" charset="0"/>
              <a:buChar char="l"/>
              <a:defRPr>
                <a:latin typeface="+mn-ea"/>
                <a:ea typeface="+mn-ea"/>
                <a:cs typeface="+mn-ea"/>
              </a:defRPr>
            </a:lvl1pPr>
            <a:lvl2pPr marL="457200" indent="0" algn="l">
              <a:buFont typeface="Wingdings" panose="05000000000000000000" charset="0"/>
              <a:buChar char="l"/>
              <a:defRPr/>
            </a:lvl2pPr>
            <a:lvl3pPr marL="914400" indent="0" algn="l">
              <a:buFont typeface="Wingdings" panose="05000000000000000000" charset="0"/>
              <a:buChar char="l"/>
              <a:defRPr/>
            </a:lvl3pPr>
            <a:lvl4pPr marL="1371600" indent="0" algn="l">
              <a:buFont typeface="Wingdings" panose="05000000000000000000" charset="0"/>
              <a:buChar char="l"/>
              <a:defRPr/>
            </a:lvl4pPr>
            <a:lvl5pPr marL="1828800" indent="0" algn="l">
              <a:buFont typeface="Wingdings" panose="05000000000000000000" charset="0"/>
              <a:buChar char="l"/>
              <a:defRPr/>
            </a:lvl5pPr>
          </a:lstStyle>
          <a:p>
            <a:pPr lvl="0"/>
            <a:r>
              <a:rPr dirty="0">
                <a:sym typeface="+mn-ea"/>
              </a:rPr>
              <a:t> 单击此处编辑文本</a:t>
            </a:r>
            <a:endParaRPr lang="zh-CN" altLang="en-US" dirty="0"/>
          </a:p>
        </p:txBody>
      </p:sp>
      <p:sp>
        <p:nvSpPr>
          <p:cNvPr id="4" name="日期占位符 3"/>
          <p:cNvSpPr>
            <a:spLocks noGrp="1"/>
          </p:cNvSpPr>
          <p:nvPr>
            <p:ph type="dt" sz="half" idx="2"/>
            <p:custDataLst>
              <p:tags r:id="rId6"/>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r>
              <a:rPr lang="zh-CN" altLang="en-US" smtClean="0"/>
              <a:t>2025-6-6</a:t>
            </a:r>
            <a:endParaRPr lang="zh-CN" altLang="en-US"/>
          </a:p>
        </p:txBody>
      </p:sp>
      <p:sp>
        <p:nvSpPr>
          <p:cNvPr id="5" name="页脚占位符 4"/>
          <p:cNvSpPr>
            <a:spLocks noGrp="1"/>
          </p:cNvSpPr>
          <p:nvPr>
            <p:ph type="ftr" sz="quarter" idx="3"/>
            <p:custDataLst>
              <p:tags r:id="rId7"/>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8"/>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19125" y="1428115"/>
            <a:ext cx="5334000" cy="3810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85000"/>
                    <a:lumOff val="15000"/>
                  </a:schemeClr>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3"/>
            </p:custDataLst>
          </p:nvPr>
        </p:nvSpPr>
        <p:spPr>
          <a:xfrm>
            <a:off x="619125" y="1854200"/>
            <a:ext cx="5334000" cy="4404360"/>
          </a:xfrm>
        </p:spPr>
        <p:txBody>
          <a:bodyPr vert="horz" lIns="101600" tIns="0" rIns="82550" bIns="0" rtlCol="0">
            <a:normAutofit/>
          </a:bodyPr>
          <a:lstStyle>
            <a:lvl1pPr marL="228600" marR="0" lvl="0"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5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4"/>
            </p:custDataLst>
          </p:nvPr>
        </p:nvSpPr>
        <p:spPr>
          <a:xfrm>
            <a:off x="6235700" y="1428115"/>
            <a:ext cx="5344160" cy="3810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85000"/>
                    <a:lumOff val="15000"/>
                  </a:schemeClr>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5"/>
            </p:custDataLst>
          </p:nvPr>
        </p:nvSpPr>
        <p:spPr>
          <a:xfrm>
            <a:off x="6235700" y="1854200"/>
            <a:ext cx="5344160" cy="4404360"/>
          </a:xfrm>
        </p:spPr>
        <p:txBody>
          <a:bodyPr vert="horz" lIns="101600" tIns="0" rIns="82550" bIns="0" rtlCol="0">
            <a:normAutofit/>
          </a:bodyPr>
          <a:lstStyle>
            <a:lvl1pPr marL="228600" marR="0" lvl="0"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5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1" name="标题 10"/>
          <p:cNvSpPr>
            <a:spLocks noGrp="1"/>
          </p:cNvSpPr>
          <p:nvPr>
            <p:ph type="title"/>
            <p:custDataLst>
              <p:tags r:id="rId6"/>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7" name="日期占位符 3"/>
          <p:cNvSpPr>
            <a:spLocks noGrp="1"/>
          </p:cNvSpPr>
          <p:nvPr>
            <p:ph type="dt" sz="half" idx="10"/>
            <p:custDataLst>
              <p:tags r:id="rId7"/>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r>
              <a:rPr lang="zh-CN" altLang="en-US" smtClean="0"/>
              <a:t>2025-6-6</a:t>
            </a:r>
            <a:endParaRPr lang="zh-CN" altLang="en-US"/>
          </a:p>
        </p:txBody>
      </p:sp>
      <p:sp>
        <p:nvSpPr>
          <p:cNvPr id="8" name="页脚占位符 4"/>
          <p:cNvSpPr>
            <a:spLocks noGrp="1"/>
          </p:cNvSpPr>
          <p:nvPr>
            <p:ph type="ftr" sz="quarter" idx="11"/>
            <p:custDataLst>
              <p:tags r:id="rId8"/>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endParaRPr lang="zh-CN" altLang="en-US" dirty="0"/>
          </a:p>
        </p:txBody>
      </p:sp>
      <p:sp>
        <p:nvSpPr>
          <p:cNvPr id="9" name="灯片编号占位符 5"/>
          <p:cNvSpPr>
            <a:spLocks noGrp="1"/>
          </p:cNvSpPr>
          <p:nvPr>
            <p:ph type="sldNum" sz="quarter" idx="12"/>
            <p:custDataLst>
              <p:tags r:id="rId9"/>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11" name="标题 10"/>
          <p:cNvSpPr>
            <a:spLocks noGrp="1"/>
          </p:cNvSpPr>
          <p:nvPr>
            <p:ph type="title"/>
            <p:custDataLst>
              <p:tags r:id="rId2"/>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75000"/>
                    <a:lumOff val="2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4" name="日期占位符 3"/>
          <p:cNvSpPr>
            <a:spLocks noGrp="1"/>
          </p:cNvSpPr>
          <p:nvPr>
            <p:ph type="dt" sz="half" idx="2"/>
            <p:custDataLst>
              <p:tags r:id="rId3"/>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r>
              <a:rPr lang="zh-CN" altLang="en-US" smtClean="0"/>
              <a:t>2025-6-6</a:t>
            </a:r>
            <a:endParaRPr lang="zh-CN" altLang="en-US"/>
          </a:p>
        </p:txBody>
      </p:sp>
      <p:sp>
        <p:nvSpPr>
          <p:cNvPr id="5" name="页脚占位符 4"/>
          <p:cNvSpPr>
            <a:spLocks noGrp="1"/>
          </p:cNvSpPr>
          <p:nvPr>
            <p:ph type="ftr" sz="quarter" idx="3"/>
            <p:custDataLst>
              <p:tags r:id="rId4"/>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5"/>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空白">
    <p:bg>
      <p:bgPr>
        <a:solidFill>
          <a:schemeClr val="bg2"/>
        </a:solidFill>
        <a:effectLst/>
      </p:bgPr>
    </p:bg>
    <p:spTree>
      <p:nvGrpSpPr>
        <p:cNvPr id="1" name=""/>
        <p:cNvGrpSpPr/>
        <p:nvPr/>
      </p:nvGrpSpPr>
      <p:grpSpPr>
        <a:xfrm>
          <a:off x="0" y="0"/>
          <a:ext cx="0" cy="0"/>
          <a:chOff x="0" y="0"/>
          <a:chExt cx="0" cy="0"/>
        </a:xfrm>
      </p:grpSpPr>
    </p:spTree>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r>
              <a:rPr lang="zh-CN" altLang="en-US" smtClean="0"/>
              <a:t>2025-6-6</a:t>
            </a:r>
            <a:endParaRPr lang="zh-CN" altLang="en-US" dirty="0"/>
          </a:p>
        </p:txBody>
      </p:sp>
      <p:sp>
        <p:nvSpPr>
          <p:cNvPr id="6" name="页脚占位符 5"/>
          <p:cNvSpPr>
            <a:spLocks noGrp="1"/>
          </p:cNvSpPr>
          <p:nvPr>
            <p:ph type="ftr" sz="quarter" idx="11"/>
            <p:custDataLst>
              <p:tags r:id="rId6"/>
            </p:custDataLst>
          </p:nvPr>
        </p:nvSpPr>
        <p:spPr/>
        <p:txBody>
          <a:bodyPr/>
          <a:lstStyle/>
          <a:p>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930" y="914400"/>
            <a:ext cx="1042670" cy="5029200"/>
          </a:xfrm>
        </p:spPr>
        <p:txBody>
          <a:bodyPr vert="eaVert"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a:sym typeface="+mn-ea"/>
              </a:rPr>
              <a:t>单击此处编辑标题</a:t>
            </a:r>
            <a:endParaRPr>
              <a:sym typeface="+mn-ea"/>
            </a:endParaRPr>
          </a:p>
        </p:txBody>
      </p:sp>
      <p:sp>
        <p:nvSpPr>
          <p:cNvPr id="3" name="竖排文字占位符 2"/>
          <p:cNvSpPr>
            <a:spLocks noGrp="1"/>
          </p:cNvSpPr>
          <p:nvPr>
            <p:ph type="body" orient="vert" idx="1" hasCustomPrompt="1"/>
            <p:custDataLst>
              <p:tags r:id="rId3"/>
            </p:custDataLst>
          </p:nvPr>
        </p:nvSpPr>
        <p:spPr>
          <a:xfrm>
            <a:off x="913765" y="914399"/>
            <a:ext cx="9170035" cy="5028565"/>
          </a:xfrm>
        </p:spPr>
        <p:txBody>
          <a:bodyPr vert="eaVert" lIns="46990" tIns="46990" rIns="46990" bIns="46990">
            <a:normAutofit/>
          </a:bodyPr>
          <a:lstStyle>
            <a:lvl1pPr indent="0" eaLnBrk="1" fontAlgn="auto" latinLnBrk="0" hangingPunct="1">
              <a:buFont typeface="Wingdings" panose="05000000000000000000" charset="0"/>
              <a:buChar char="l"/>
              <a:defRPr>
                <a:solidFill>
                  <a:schemeClr val="tx1">
                    <a:lumMod val="65000"/>
                    <a:lumOff val="35000"/>
                  </a:schemeClr>
                </a:solidFill>
              </a:defRPr>
            </a:lvl1pPr>
            <a:lvl2pPr indent="0" eaLnBrk="1" fontAlgn="auto" latinLnBrk="0" hangingPunct="1">
              <a:buFont typeface="Wingdings" panose="05000000000000000000" charset="0"/>
              <a:buChar char="l"/>
              <a:defRPr>
                <a:solidFill>
                  <a:schemeClr val="tx1">
                    <a:lumMod val="65000"/>
                    <a:lumOff val="35000"/>
                  </a:schemeClr>
                </a:solidFill>
              </a:defRPr>
            </a:lvl2pPr>
            <a:lvl3pPr indent="0" eaLnBrk="1" fontAlgn="auto" latinLnBrk="0" hangingPunct="1">
              <a:buFont typeface="Wingdings" panose="05000000000000000000" charset="0"/>
              <a:buChar char="l"/>
              <a:defRPr>
                <a:solidFill>
                  <a:schemeClr val="tx1">
                    <a:lumMod val="65000"/>
                    <a:lumOff val="35000"/>
                  </a:schemeClr>
                </a:solidFill>
              </a:defRPr>
            </a:lvl3pPr>
            <a:lvl4pPr indent="0" eaLnBrk="1" fontAlgn="auto" latinLnBrk="0" hangingPunct="1">
              <a:buFont typeface="Wingdings" panose="05000000000000000000" charset="0"/>
              <a:buChar char="l"/>
              <a:defRPr>
                <a:solidFill>
                  <a:schemeClr val="tx1">
                    <a:lumMod val="65000"/>
                    <a:lumOff val="35000"/>
                  </a:schemeClr>
                </a:solidFill>
              </a:defRPr>
            </a:lvl4pPr>
            <a:lvl5pPr indent="0" eaLnBrk="1" fontAlgn="auto" latinLnBrk="0" hangingPunct="1">
              <a:buFont typeface="Wingdings" panose="05000000000000000000" charset="0"/>
              <a:buChar char="l"/>
              <a:defRPr>
                <a:solidFill>
                  <a:schemeClr val="tx1">
                    <a:lumMod val="65000"/>
                    <a:lumOff val="35000"/>
                  </a:schemeClr>
                </a:solidFill>
              </a:defRPr>
            </a:lvl5pPr>
          </a:lstStyle>
          <a:p>
            <a:pPr lvl="0"/>
            <a:r>
              <a:rPr lang="zh-CN" altLang="en-US" dirty="0"/>
              <a:t> 单击此处编辑文本</a:t>
            </a:r>
            <a:endParaRPr lang="zh-CN" altLang="en-US" dirty="0"/>
          </a:p>
          <a:p>
            <a:pPr lvl="1"/>
            <a:r>
              <a:rPr lang="zh-CN" altLang="en-US" dirty="0"/>
              <a:t> 第二级</a:t>
            </a:r>
            <a:endParaRPr lang="zh-CN" altLang="en-US" dirty="0"/>
          </a:p>
          <a:p>
            <a:pPr lvl="2"/>
            <a:r>
              <a:rPr lang="zh-CN" altLang="en-US" dirty="0"/>
              <a:t> 第三级</a:t>
            </a:r>
            <a:endParaRPr lang="zh-CN" altLang="en-US" dirty="0"/>
          </a:p>
          <a:p>
            <a:pPr lvl="3"/>
            <a:r>
              <a:rPr lang="zh-CN" altLang="en-US" dirty="0"/>
              <a:t> 第四级</a:t>
            </a:r>
            <a:endParaRPr lang="zh-CN" altLang="en-US" dirty="0"/>
          </a:p>
          <a:p>
            <a:pPr lvl="4"/>
            <a:r>
              <a:rPr lang="zh-CN" altLang="en-US" dirty="0"/>
              <a:t> 第五级</a:t>
            </a:r>
            <a:endParaRPr lang="zh-CN" altLang="en-US" dirty="0"/>
          </a:p>
        </p:txBody>
      </p:sp>
      <p:sp>
        <p:nvSpPr>
          <p:cNvPr id="4" name="日期占位符 3"/>
          <p:cNvSpPr>
            <a:spLocks noGrp="1"/>
          </p:cNvSpPr>
          <p:nvPr>
            <p:ph type="dt" sz="half" idx="2"/>
            <p:custDataLst>
              <p:tags r:id="rId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r>
              <a:rPr lang="zh-CN" altLang="en-US" smtClean="0"/>
              <a:t>2025-6-6</a:t>
            </a:r>
            <a:endParaRPr lang="zh-CN" altLang="en-US"/>
          </a:p>
        </p:txBody>
      </p:sp>
      <p:sp>
        <p:nvSpPr>
          <p:cNvPr id="5" name="页脚占位符 4"/>
          <p:cNvSpPr>
            <a:spLocks noGrp="1"/>
          </p:cNvSpPr>
          <p:nvPr>
            <p:ph type="ftr" sz="quarter" idx="3"/>
            <p:custDataLst>
              <p:tags r:id="rId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8" name="内容占位符 7"/>
          <p:cNvSpPr>
            <a:spLocks noGrp="1"/>
          </p:cNvSpPr>
          <p:nvPr>
            <p:ph idx="1"/>
            <p:custDataLst>
              <p:tags r:id="rId2"/>
            </p:custDataLst>
          </p:nvPr>
        </p:nvSpPr>
        <p:spPr>
          <a:xfrm>
            <a:off x="611505" y="775335"/>
            <a:ext cx="10968990" cy="5481955"/>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2"/>
            <p:custDataLst>
              <p:tags r:id="rId3"/>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r>
              <a:rPr lang="zh-CN" altLang="en-US" smtClean="0"/>
              <a:t>2025-6-6</a:t>
            </a:r>
            <a:endParaRPr lang="zh-CN" altLang="en-US"/>
          </a:p>
        </p:txBody>
      </p:sp>
      <p:sp>
        <p:nvSpPr>
          <p:cNvPr id="5" name="页脚占位符 4"/>
          <p:cNvSpPr>
            <a:spLocks noGrp="1"/>
          </p:cNvSpPr>
          <p:nvPr>
            <p:ph type="ftr" sz="quarter" idx="3"/>
            <p:custDataLst>
              <p:tags r:id="rId4"/>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5"/>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2209802" y="2576987"/>
            <a:ext cx="7772398" cy="1271113"/>
          </a:xfrm>
        </p:spPr>
        <p:txBody>
          <a:bodyPr vert="horz" wrap="square" lIns="90170" tIns="46990" rIns="90170" bIns="46990" rtlCol="0" anchor="b" anchorCtr="0">
            <a:normAutofit/>
          </a:bodyPr>
          <a:lstStyle>
            <a:lvl1pPr marL="0" marR="0" algn="ctr" defTabSz="914400" rtl="0" eaLnBrk="1" fontAlgn="auto" latinLnBrk="0" hangingPunct="1">
              <a:lnSpc>
                <a:spcPct val="100000"/>
              </a:lnSpc>
              <a:buNone/>
              <a:defRPr kumimoji="0" lang="zh-CN" altLang="en-US" sz="6000" b="1" i="0" u="none" strike="noStrike" kern="1200" cap="none" spc="800" normalizeH="0" baseline="0" noProof="1" dirty="0">
                <a:solidFill>
                  <a:schemeClr val="tx1"/>
                </a:solidFill>
                <a:effectLst/>
                <a:uFillTx/>
                <a:latin typeface="微软雅黑" panose="020B0503020204020204" charset="-122"/>
                <a:ea typeface="微软雅黑" panose="020B0503020204020204" charset="-122"/>
                <a:cs typeface="+mj-cs"/>
                <a:sym typeface="+mn-ea"/>
              </a:defRPr>
            </a:lvl1pPr>
          </a:lstStyle>
          <a:p>
            <a:pPr lvl="0"/>
            <a:r>
              <a:rPr dirty="0">
                <a:sym typeface="+mn-ea"/>
              </a:rPr>
              <a:t>编辑标题</a:t>
            </a:r>
            <a:endParaRPr dirty="0">
              <a:sym typeface="+mn-ea"/>
            </a:endParaRPr>
          </a:p>
        </p:txBody>
      </p:sp>
      <p:sp>
        <p:nvSpPr>
          <p:cNvPr id="4" name="日期占位符 3"/>
          <p:cNvSpPr>
            <a:spLocks noGrp="1"/>
          </p:cNvSpPr>
          <p:nvPr>
            <p:ph type="dt" sz="half" idx="2"/>
            <p:custDataLst>
              <p:tags r:id="rId3"/>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r>
              <a:rPr lang="zh-CN" altLang="en-US" smtClean="0"/>
              <a:t>2025-6-6</a:t>
            </a:r>
            <a:endParaRPr lang="zh-CN" altLang="en-US"/>
          </a:p>
        </p:txBody>
      </p:sp>
      <p:sp>
        <p:nvSpPr>
          <p:cNvPr id="5" name="页脚占位符 4"/>
          <p:cNvSpPr>
            <a:spLocks noGrp="1"/>
          </p:cNvSpPr>
          <p:nvPr>
            <p:ph type="ftr" sz="quarter" idx="3"/>
            <p:custDataLst>
              <p:tags r:id="rId4"/>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5"/>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0" hasCustomPrompt="1"/>
            <p:custDataLst>
              <p:tags r:id="rId6"/>
            </p:custDataLst>
          </p:nvPr>
        </p:nvSpPr>
        <p:spPr>
          <a:xfrm>
            <a:off x="2205355" y="3949700"/>
            <a:ext cx="7788910" cy="561975"/>
          </a:xfrm>
        </p:spPr>
        <p:txBody>
          <a:bodyPr anchor="t" anchorCtr="0">
            <a:normAutofit/>
          </a:bodyPr>
          <a:lstStyle>
            <a:lvl1pPr marL="0" indent="0" algn="ctr" eaLnBrk="1" fontAlgn="auto" latinLnBrk="0" hangingPunct="1">
              <a:lnSpc>
                <a:spcPct val="100000"/>
              </a:lnSpc>
              <a:spcAft>
                <a:spcPts val="1500"/>
              </a:spcAft>
              <a:buNone/>
              <a:defRPr sz="24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zh-CN" altLang="en-US"/>
              <a:t>单击此处编辑副标题</a:t>
            </a:r>
            <a:endParaRPr lang="zh-CN" altLang="en-US"/>
          </a:p>
        </p:txBody>
      </p:sp>
    </p:spTree>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userDrawn="1">
            <p:ph type="title" hasCustomPrompt="1"/>
            <p:custDataLst>
              <p:tags r:id="rId2"/>
            </p:custDataLst>
          </p:nvPr>
        </p:nvSpPr>
        <p:spPr>
          <a:xfrm>
            <a:off x="838200" y="794326"/>
            <a:ext cx="10515600" cy="540484"/>
          </a:xfrm>
        </p:spPr>
        <p:txBody>
          <a:bodyPr>
            <a:normAutofit/>
          </a:bodyPr>
          <a:lstStyle>
            <a:lvl1pPr>
              <a:defRPr sz="2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3"/>
            </p:custDataLst>
          </p:nvPr>
        </p:nvSpPr>
        <p:spPr/>
        <p:txBody>
          <a:bodyPr/>
          <a:lstStyle>
            <a:lvl1pPr>
              <a:defRPr baseline="0">
                <a:latin typeface="微软雅黑" panose="020B0503020204020204" charset="-122"/>
              </a:defRPr>
            </a:lvl1pPr>
          </a:lstStyle>
          <a:p>
            <a:r>
              <a:rPr lang="zh-CN" altLang="en-US" smtClean="0"/>
              <a:t>2025-6-6</a:t>
            </a:r>
            <a:endParaRPr lang="zh-CN" altLang="en-US"/>
          </a:p>
        </p:txBody>
      </p:sp>
      <p:sp>
        <p:nvSpPr>
          <p:cNvPr id="4" name="页脚占位符 3"/>
          <p:cNvSpPr>
            <a:spLocks noGrp="1"/>
          </p:cNvSpPr>
          <p:nvPr userDrawn="1">
            <p:ph type="ftr" sz="quarter" idx="11"/>
            <p:custDataLst>
              <p:tags r:id="rId4"/>
            </p:custDataLst>
          </p:nvPr>
        </p:nvSpPr>
        <p:spPr/>
        <p:txBody>
          <a:bodyPr/>
          <a:lstStyle>
            <a:lvl1pPr>
              <a:defRPr baseline="0">
                <a:latin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5"/>
            </p:custDataLst>
          </p:nvPr>
        </p:nvSpPr>
        <p:spPr/>
        <p:txBody>
          <a:bodyPr/>
          <a:lstStyle>
            <a:lvl1pPr>
              <a:defRPr baseline="0">
                <a:latin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bg2">
            <a:lumMod val="95000"/>
          </a:schemeClr>
        </a:solidFill>
        <a:effectLst/>
      </p:bgPr>
    </p:bg>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aseline="0">
              <a:latin typeface="隶书" panose="02010509060101010101" pitchFamily="49" charset="-122"/>
              <a:ea typeface="隶书" panose="02010509060101010101" pitchFamily="49" charset="-122"/>
            </a:endParaRPr>
          </a:p>
        </p:txBody>
      </p:sp>
      <p:sp>
        <p:nvSpPr>
          <p:cNvPr id="2" name="标题 1"/>
          <p:cNvSpPr>
            <a:spLocks noGrp="1"/>
          </p:cNvSpPr>
          <p:nvPr userDrawn="1">
            <p:ph type="title" hasCustomPrompt="1"/>
            <p:custDataLst>
              <p:tags r:id="rId3"/>
            </p:custDataLst>
          </p:nvPr>
        </p:nvSpPr>
        <p:spPr>
          <a:xfrm>
            <a:off x="1281600" y="1249200"/>
            <a:ext cx="9626400" cy="723600"/>
          </a:xfrm>
        </p:spPr>
        <p:txBody>
          <a:bodyPr anchor="ctr">
            <a:normAutofit/>
          </a:bodyPr>
          <a:lstStyle>
            <a:lvl1pPr>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userDrawn="1">
            <p:ph sz="quarter" idx="13" hasCustomPrompt="1"/>
            <p:custDataLst>
              <p:tags r:id="rId4"/>
            </p:custDataLst>
          </p:nvPr>
        </p:nvSpPr>
        <p:spPr>
          <a:xfrm>
            <a:off x="1281113" y="2163600"/>
            <a:ext cx="9626600" cy="3445200"/>
          </a:xfrm>
        </p:spPr>
        <p:txBody>
          <a:bodyPr>
            <a:norm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solidFill>
                <a:latin typeface="微软雅黑" panose="020B0503020204020204" charset="-122"/>
                <a:ea typeface="微软雅黑" panose="020B0503020204020204" charset="-122"/>
              </a:defRPr>
            </a:lvl2pPr>
            <a:lvl3pPr>
              <a:defRPr baseline="0">
                <a:solidFill>
                  <a:schemeClr val="tx1"/>
                </a:solidFill>
                <a:latin typeface="微软雅黑" panose="020B0503020204020204" charset="-122"/>
                <a:ea typeface="微软雅黑" panose="020B0503020204020204" charset="-122"/>
              </a:defRPr>
            </a:lvl3pPr>
            <a:lvl4pPr>
              <a:defRPr baseline="0">
                <a:solidFill>
                  <a:schemeClr val="tx1"/>
                </a:solidFill>
                <a:latin typeface="微软雅黑" panose="020B0503020204020204" charset="-122"/>
                <a:ea typeface="微软雅黑" panose="020B0503020204020204" charset="-122"/>
              </a:defRPr>
            </a:lvl4pPr>
            <a:lvl5pPr>
              <a:defRPr baseline="0">
                <a:solidFill>
                  <a:schemeClr val="tx1"/>
                </a:solidFill>
                <a:latin typeface="微软雅黑" panose="020B0503020204020204" charset="-122"/>
                <a:ea typeface="微软雅黑" panose="020B0503020204020204" charset="-122"/>
              </a:defRPr>
            </a:lvl5pPr>
          </a:lstStyle>
          <a:p>
            <a:pPr lvl="0"/>
            <a:r>
              <a:rPr lang="zh-CN" altLang="en-US"/>
              <a:t>单击此处添加文本</a:t>
            </a:r>
            <a:endParaRPr lang="zh-CN" altLang="en-US" dirty="0"/>
          </a:p>
        </p:txBody>
      </p:sp>
      <p:sp>
        <p:nvSpPr>
          <p:cNvPr id="3" name="日期占位符 2"/>
          <p:cNvSpPr>
            <a:spLocks noGrp="1"/>
          </p:cNvSpPr>
          <p:nvPr>
            <p:ph type="dt" sz="half" idx="10"/>
            <p:custDataLst>
              <p:tags r:id="rId5"/>
            </p:custDataLst>
          </p:nvPr>
        </p:nvSpPr>
        <p:spPr/>
        <p:txBody>
          <a:bodyPr/>
          <a:lstStyle>
            <a:lvl1pPr>
              <a:defRPr>
                <a:solidFill>
                  <a:schemeClr val="tx1">
                    <a:lumMod val="85000"/>
                    <a:lumOff val="15000"/>
                  </a:schemeClr>
                </a:solidFill>
              </a:defRPr>
            </a:lvl1pPr>
          </a:lstStyle>
          <a:p>
            <a:r>
              <a:rPr lang="zh-CN" altLang="en-US" smtClean="0"/>
              <a:t>2025-6-6</a:t>
            </a:r>
            <a:endParaRPr lang="zh-CN" altLang="en-US"/>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4" name="页脚占位符 3"/>
          <p:cNvSpPr>
            <a:spLocks noGrp="1"/>
          </p:cNvSpPr>
          <p:nvPr userDrawn="1">
            <p:ph type="ftr" sz="quarter" idx="11"/>
            <p:custDataLst>
              <p:tags r:id="rId7"/>
            </p:custDataLst>
          </p:nvPr>
        </p:nvSpPr>
        <p:spPr/>
        <p:txBody>
          <a:bodyPr/>
          <a:lstStyle>
            <a:lvl1pPr>
              <a:defRPr>
                <a:solidFill>
                  <a:schemeClr val="tx1">
                    <a:lumMod val="85000"/>
                    <a:lumOff val="15000"/>
                  </a:schemeClr>
                </a:solidFill>
              </a:defRPr>
            </a:lvl1pPr>
          </a:lstStyle>
          <a:p>
            <a:endParaRPr lang="zh-CN" altLang="en-US" dirty="0"/>
          </a:p>
        </p:txBody>
      </p:sp>
    </p:spTree>
  </p:cSld>
  <p:clrMapOvr>
    <a:masterClrMapping/>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4823460" cy="6858635"/>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tx1">
                  <a:lumMod val="85000"/>
                  <a:lumOff val="15000"/>
                </a:schemeClr>
              </a:solidFill>
              <a:sym typeface="+mn-ea"/>
            </a:endParaRPr>
          </a:p>
        </p:txBody>
      </p:sp>
      <p:sp>
        <p:nvSpPr>
          <p:cNvPr id="2" name="标题 1"/>
          <p:cNvSpPr>
            <a:spLocks noGrp="1"/>
          </p:cNvSpPr>
          <p:nvPr userDrawn="1">
            <p:ph type="title" hasCustomPrompt="1"/>
            <p:custDataLst>
              <p:tags r:id="rId3"/>
            </p:custDataLst>
          </p:nvPr>
        </p:nvSpPr>
        <p:spPr>
          <a:xfrm>
            <a:off x="583200" y="770400"/>
            <a:ext cx="3960000" cy="882000"/>
          </a:xfrm>
        </p:spPr>
        <p:txBody>
          <a:bodyPr anchor="ctr">
            <a:normAutofit/>
          </a:bodyPr>
          <a:lstStyle>
            <a:lvl1pPr>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r>
              <a:rPr lang="zh-CN" altLang="en-US" smtClean="0"/>
              <a:t>2025-6-6</a:t>
            </a:r>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586800" y="1764000"/>
            <a:ext cx="3956400" cy="40932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内容占位符 8"/>
          <p:cNvSpPr>
            <a:spLocks noGrp="1"/>
          </p:cNvSpPr>
          <p:nvPr userDrawn="1">
            <p:ph sz="quarter" idx="14"/>
            <p:custDataLst>
              <p:tags r:id="rId8"/>
            </p:custDataLst>
          </p:nvPr>
        </p:nvSpPr>
        <p:spPr>
          <a:xfrm>
            <a:off x="5101200" y="769938"/>
            <a:ext cx="6480000" cy="5087937"/>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a:sym typeface="+mn-ea"/>
              </a:rPr>
              <a:t>第</a:t>
            </a:r>
            <a:r>
              <a:rPr lang="zh-CN" altLang="en-US"/>
              <a:t>二级</a:t>
            </a:r>
            <a:endParaRPr lang="zh-CN" altLang="en-US"/>
          </a:p>
          <a:p>
            <a:pPr lvl="2"/>
            <a:r>
              <a:rPr lang="zh-CN" altLang="en-US">
                <a:sym typeface="+mn-ea"/>
              </a:rPr>
              <a:t>第</a:t>
            </a:r>
            <a:r>
              <a:rPr lang="zh-CN" altLang="en-US"/>
              <a:t>三级</a:t>
            </a:r>
            <a:endParaRPr lang="zh-CN" altLang="en-US"/>
          </a:p>
          <a:p>
            <a:pPr lvl="3"/>
            <a:r>
              <a:rPr lang="zh-CN" altLang="en-US">
                <a:sym typeface="+mn-ea"/>
              </a:rPr>
              <a:t>第</a:t>
            </a:r>
            <a:r>
              <a:rPr lang="zh-CN" altLang="en-US"/>
              <a:t>四级</a:t>
            </a:r>
            <a:endParaRPr lang="zh-CN" altLang="en-US"/>
          </a:p>
          <a:p>
            <a:pPr lvl="4"/>
            <a:r>
              <a:rPr lang="zh-CN" altLang="en-US">
                <a:sym typeface="+mn-ea"/>
              </a:rPr>
              <a:t>第</a:t>
            </a:r>
            <a:r>
              <a:rPr lang="zh-CN" altLang="en-US"/>
              <a:t>五级</a:t>
            </a:r>
            <a:endParaRPr lang="zh-CN" altLang="en-US" dirty="0"/>
          </a:p>
        </p:txBody>
      </p:sp>
    </p:spTree>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12192000" cy="2664000"/>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p:custDataLst>
              <p:tags r:id="rId3"/>
            </p:custDataLst>
          </p:nvPr>
        </p:nvSpPr>
        <p:spPr>
          <a:xfrm>
            <a:off x="612000" y="781200"/>
            <a:ext cx="10976400" cy="626400"/>
          </a:xfrm>
        </p:spPr>
        <p:txBody>
          <a:bodyPr anchor="ctr">
            <a:normAutofit/>
          </a:bodyPr>
          <a:lstStyle>
            <a:lvl1pPr algn="ctr">
              <a:defRPr sz="36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r>
              <a:rPr lang="zh-CN" altLang="en-US" smtClean="0"/>
              <a:t>2025-6-6</a:t>
            </a:r>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612000" y="1659600"/>
            <a:ext cx="10975975" cy="828000"/>
          </a:xfrm>
        </p:spPr>
        <p:txBody>
          <a:bodyPr>
            <a:normAutofit/>
          </a:bodyPr>
          <a:lstStyle>
            <a:lvl1pPr algn="ct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userDrawn="1">
            <p:ph sz="quarter" idx="14"/>
            <p:custDataLst>
              <p:tags r:id="rId8"/>
            </p:custDataLst>
          </p:nvPr>
        </p:nvSpPr>
        <p:spPr>
          <a:xfrm>
            <a:off x="612775" y="2808000"/>
            <a:ext cx="10965600" cy="34308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Tree>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5041901"/>
            <a:ext cx="12192000" cy="1828799"/>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p:custDataLst>
              <p:tags r:id="rId3"/>
            </p:custDataLst>
          </p:nvPr>
        </p:nvSpPr>
        <p:spPr>
          <a:xfrm>
            <a:off x="604800" y="669600"/>
            <a:ext cx="10976400" cy="565200"/>
          </a:xfrm>
        </p:spPr>
        <p:txBody>
          <a:bodyPr anchor="ctr">
            <a:normAutofit/>
          </a:bodyPr>
          <a:lstStyle>
            <a:lvl1pPr algn="ctr">
              <a:lnSpc>
                <a:spcPct val="100000"/>
              </a:lnSpc>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r>
              <a:rPr lang="zh-CN" altLang="en-US" smtClean="0"/>
              <a:t>2025-6-6</a:t>
            </a:r>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内容占位符 6"/>
          <p:cNvSpPr>
            <a:spLocks noGrp="1"/>
          </p:cNvSpPr>
          <p:nvPr userDrawn="1">
            <p:ph sz="quarter" idx="13"/>
            <p:custDataLst>
              <p:tags r:id="rId7"/>
            </p:custDataLst>
          </p:nvPr>
        </p:nvSpPr>
        <p:spPr>
          <a:xfrm>
            <a:off x="604837" y="1681200"/>
            <a:ext cx="10990800" cy="32112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文本占位符 8"/>
          <p:cNvSpPr>
            <a:spLocks noGrp="1"/>
          </p:cNvSpPr>
          <p:nvPr userDrawn="1">
            <p:ph type="body" sz="quarter" idx="14"/>
            <p:custDataLst>
              <p:tags r:id="rId8"/>
            </p:custDataLst>
          </p:nvPr>
        </p:nvSpPr>
        <p:spPr>
          <a:xfrm>
            <a:off x="594000" y="5180400"/>
            <a:ext cx="11001600" cy="1011600"/>
          </a:xfrm>
        </p:spPr>
        <p:txBody>
          <a:bodyPr>
            <a:normAutofit/>
          </a:bodyPr>
          <a:lstStyle>
            <a:lvl1pPr marL="0" indent="0">
              <a:lnSpc>
                <a:spcPct val="130000"/>
              </a:lnSpc>
              <a:spcBef>
                <a:spcPts val="0"/>
              </a:spcBef>
              <a:spcAft>
                <a:spcPts val="1000"/>
              </a:spcAft>
              <a:buNone/>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5" name="矩形 14"/>
          <p:cNvSpPr/>
          <p:nvPr userDrawn="1">
            <p:custDataLst>
              <p:tags r:id="rId2"/>
            </p:custDataLst>
          </p:nvPr>
        </p:nvSpPr>
        <p:spPr>
          <a:xfrm>
            <a:off x="0" y="0"/>
            <a:ext cx="12192000" cy="914407"/>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a:solidFill>
                <a:schemeClr val="tx1">
                  <a:lumMod val="85000"/>
                  <a:lumOff val="15000"/>
                </a:schemeClr>
              </a:solidFill>
              <a:latin typeface="Viner Hand ITC" panose="03070502030502020203" charset="0"/>
              <a:cs typeface="Viner Hand ITC" panose="03070502030502020203" charset="0"/>
              <a:sym typeface="+mn-ea"/>
            </a:endParaRPr>
          </a:p>
        </p:txBody>
      </p:sp>
      <p:sp>
        <p:nvSpPr>
          <p:cNvPr id="2" name="标题 1"/>
          <p:cNvSpPr>
            <a:spLocks noGrp="1"/>
          </p:cNvSpPr>
          <p:nvPr>
            <p:ph type="title"/>
            <p:custDataLst>
              <p:tags r:id="rId3"/>
            </p:custDataLst>
          </p:nvPr>
        </p:nvSpPr>
        <p:spPr>
          <a:xfrm>
            <a:off x="579600" y="237600"/>
            <a:ext cx="11037600" cy="441964"/>
          </a:xfrm>
        </p:spPr>
        <p:txBody>
          <a:bodyPr>
            <a:normAutofit/>
          </a:bodyPr>
          <a:lstStyle>
            <a:lvl1pPr>
              <a:lnSpc>
                <a:spcPct val="100000"/>
              </a:lnSpc>
              <a:defRPr sz="24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7" name="内容占位符 6"/>
          <p:cNvSpPr>
            <a:spLocks noGrp="1"/>
          </p:cNvSpPr>
          <p:nvPr>
            <p:ph sz="quarter" idx="13"/>
            <p:custDataLst>
              <p:tags r:id="rId4"/>
            </p:custDataLst>
          </p:nvPr>
        </p:nvSpPr>
        <p:spPr>
          <a:xfrm>
            <a:off x="579600" y="1663200"/>
            <a:ext cx="5342400" cy="2894400"/>
          </a:xfrm>
        </p:spPr>
        <p:txBody>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3" name="日期占位符 2"/>
          <p:cNvSpPr>
            <a:spLocks noGrp="1"/>
          </p:cNvSpPr>
          <p:nvPr>
            <p:ph type="dt" sz="half" idx="10"/>
            <p:custDataLst>
              <p:tags r:id="rId5"/>
            </p:custDataLst>
          </p:nvPr>
        </p:nvSpPr>
        <p:spPr/>
        <p:txBody>
          <a:bodyPr/>
          <a:lstStyle>
            <a:lvl1pPr>
              <a:defRPr>
                <a:solidFill>
                  <a:schemeClr val="tx1">
                    <a:lumMod val="85000"/>
                    <a:lumOff val="15000"/>
                  </a:schemeClr>
                </a:solidFill>
              </a:defRPr>
            </a:lvl1pPr>
          </a:lstStyle>
          <a:p>
            <a:r>
              <a:rPr lang="zh-CN" altLang="en-US" smtClean="0"/>
              <a:t>2025-6-6</a:t>
            </a:r>
            <a:endParaRPr lang="zh-CN" altLang="en-US"/>
          </a:p>
        </p:txBody>
      </p:sp>
      <p:sp>
        <p:nvSpPr>
          <p:cNvPr id="4" name="页脚占位符 3"/>
          <p:cNvSpPr>
            <a:spLocks noGrp="1"/>
          </p:cNvSpPr>
          <p:nvPr>
            <p:ph type="ftr" sz="quarter" idx="11"/>
            <p:custDataLst>
              <p:tags r:id="rId6"/>
            </p:custDataLst>
          </p:nvPr>
        </p:nvSpPr>
        <p:spPr/>
        <p:txBody>
          <a:bodyPr/>
          <a:lstStyle>
            <a:lvl1pPr>
              <a:defRPr>
                <a:solidFill>
                  <a:schemeClr val="tx1">
                    <a:lumMod val="85000"/>
                    <a:lumOff val="15000"/>
                  </a:schemeClr>
                </a:solidFill>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11" name="文本占位符 10"/>
          <p:cNvSpPr>
            <a:spLocks noGrp="1"/>
          </p:cNvSpPr>
          <p:nvPr>
            <p:ph type="body" sz="quarter" idx="15"/>
            <p:custDataLst>
              <p:tags r:id="rId9"/>
            </p:custDataLst>
          </p:nvPr>
        </p:nvSpPr>
        <p:spPr>
          <a:xfrm>
            <a:off x="572400" y="4816800"/>
            <a:ext cx="5342400" cy="781200"/>
          </a:xfrm>
        </p:spPr>
        <p:txBody>
          <a:bodyPr>
            <a:normAutofit/>
          </a:bodyPr>
          <a:lstStyle>
            <a:lvl1pP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6253200" y="4813200"/>
            <a:ext cx="5367600" cy="781200"/>
          </a:xfrm>
        </p:spPr>
        <p:txBody>
          <a:bodyPr>
            <a:normAutofit/>
          </a:bodyPr>
          <a:lstStyle>
            <a:lvl1pP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lumMod val="95000"/>
          </a:schemeClr>
        </a:solidFill>
        <a:effectLst/>
      </p:bgPr>
    </p:bg>
    <p:spTree>
      <p:nvGrpSpPr>
        <p:cNvPr id="1" name=""/>
        <p:cNvGrpSpPr/>
        <p:nvPr/>
      </p:nvGrpSpPr>
      <p:grpSpPr>
        <a:xfrm>
          <a:off x="0" y="0"/>
          <a:ext cx="0" cy="0"/>
          <a:chOff x="0" y="0"/>
          <a:chExt cx="0" cy="0"/>
        </a:xfrm>
      </p:grpSpPr>
      <p:sp>
        <p:nvSpPr>
          <p:cNvPr id="12" name="矩形 11"/>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hasCustomPrompt="1"/>
            <p:custDataLst>
              <p:tags r:id="rId3"/>
            </p:custDataLst>
          </p:nvPr>
        </p:nvSpPr>
        <p:spPr>
          <a:xfrm>
            <a:off x="1522800" y="1339200"/>
            <a:ext cx="9144000" cy="2386800"/>
          </a:xfrm>
        </p:spPr>
        <p:txBody>
          <a:bodyPr anchor="b">
            <a:normAutofit/>
          </a:bodyPr>
          <a:lstStyle>
            <a:lvl1pPr algn="ctr">
              <a:defRPr sz="6000" b="1" strike="noStrike"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r>
              <a:rPr lang="zh-CN" altLang="en-US" smtClean="0"/>
              <a:t>2025-6-6</a:t>
            </a:r>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1522413" y="3801840"/>
            <a:ext cx="9144000" cy="1656000"/>
          </a:xfrm>
        </p:spPr>
        <p:txBody>
          <a:bodyPr>
            <a:normAutofit/>
          </a:bodyPr>
          <a:lstStyle>
            <a:lvl1pPr algn="ct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7" Type="http://schemas.openxmlformats.org/officeDocument/2006/relationships/theme" Target="../theme/theme2.xml"/><Relationship Id="rId26" Type="http://schemas.openxmlformats.org/officeDocument/2006/relationships/tags" Target="../tags/tag106.xml"/><Relationship Id="rId25" Type="http://schemas.openxmlformats.org/officeDocument/2006/relationships/tags" Target="../tags/tag105.xml"/><Relationship Id="rId24" Type="http://schemas.openxmlformats.org/officeDocument/2006/relationships/tags" Target="../tags/tag104.xml"/><Relationship Id="rId23" Type="http://schemas.openxmlformats.org/officeDocument/2006/relationships/tags" Target="../tags/tag103.xml"/><Relationship Id="rId22" Type="http://schemas.openxmlformats.org/officeDocument/2006/relationships/tags" Target="../tags/tag102.xml"/><Relationship Id="rId21" Type="http://schemas.openxmlformats.org/officeDocument/2006/relationships/tags" Target="../tags/tag101.xml"/><Relationship Id="rId20" Type="http://schemas.openxmlformats.org/officeDocument/2006/relationships/image" Target="../media/image3.png"/><Relationship Id="rId2" Type="http://schemas.openxmlformats.org/officeDocument/2006/relationships/slideLayout" Target="../slideLayouts/slideLayout12.xml"/><Relationship Id="rId19" Type="http://schemas.openxmlformats.org/officeDocument/2006/relationships/slideLayout" Target="../slideLayouts/slideLayout29.xml"/><Relationship Id="rId18" Type="http://schemas.openxmlformats.org/officeDocument/2006/relationships/slideLayout" Target="../slideLayouts/slideLayout28.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Click to edit Master title style</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r>
              <a:rPr lang="zh-CN" altLang="en-US" smtClean="0"/>
              <a:t>2025-6-6</a:t>
            </a:r>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1">
          <a:blip r:embed="rId20"/>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13410" y="611505"/>
            <a:ext cx="10965180" cy="647700"/>
          </a:xfrm>
          <a:prstGeom prst="rect">
            <a:avLst/>
          </a:prstGeom>
        </p:spPr>
        <p:txBody>
          <a:bodyPr vert="horz" lIns="101600" tIns="38100" rIns="76200" bIns="38100" rtlCol="0" anchor="ctr"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2"/>
            </p:custDataLst>
          </p:nvPr>
        </p:nvSpPr>
        <p:spPr>
          <a:xfrm>
            <a:off x="612775" y="1515745"/>
            <a:ext cx="10965815" cy="4735195"/>
          </a:xfrm>
          <a:prstGeom prst="rect">
            <a:avLst/>
          </a:prstGeom>
        </p:spPr>
        <p:txBody>
          <a:bodyPr vert="horz" lIns="90170" tIns="46990" rIns="90170" bIns="4699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KSO_TEMPLATE" hidden="1"/>
          <p:cNvSpPr/>
          <p:nvPr userDrawn="1">
            <p:custDataLst>
              <p:tags r:id="rId2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日期占位符 3"/>
          <p:cNvSpPr>
            <a:spLocks noGrp="1"/>
          </p:cNvSpPr>
          <p:nvPr>
            <p:ph type="dt" sz="half" idx="2"/>
            <p:custDataLst>
              <p:tags r:id="rId2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r>
              <a:rPr lang="zh-CN" altLang="en-US" smtClean="0"/>
              <a:t>2025-6-6</a:t>
            </a:r>
            <a:endParaRPr lang="zh-CN" altLang="en-US"/>
          </a:p>
        </p:txBody>
      </p:sp>
      <p:sp>
        <p:nvSpPr>
          <p:cNvPr id="5" name="页脚占位符 4"/>
          <p:cNvSpPr>
            <a:spLocks noGrp="1"/>
          </p:cNvSpPr>
          <p:nvPr>
            <p:ph type="ftr" sz="quarter" idx="3"/>
            <p:custDataLst>
              <p:tags r:id="rId2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Lst>
  <p:hf hdr="0"/>
  <p:txStyles>
    <p:titleStyle>
      <a:lvl1pPr algn="l" defTabSz="914400" rtl="0" eaLnBrk="1" fontAlgn="auto" latinLnBrk="0" hangingPunct="1">
        <a:lnSpc>
          <a:spcPct val="100000"/>
        </a:lnSpc>
        <a:spcBef>
          <a:spcPct val="0"/>
        </a:spcBef>
        <a:buNone/>
        <a:defRPr sz="3600" b="1" u="none" strike="noStrike" kern="1200" cap="none" spc="200" normalizeH="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2.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 Type="http://schemas.openxmlformats.org/officeDocument/2006/relationships/tags" Target="../tags/tag107.xml"/></Relationships>
</file>

<file path=ppt/slides/_rels/slide2.xml.rels><?xml version="1.0" encoding="UTF-8" standalone="yes"?>
<Relationships xmlns="http://schemas.openxmlformats.org/package/2006/relationships"><Relationship Id="rId9" Type="http://schemas.openxmlformats.org/officeDocument/2006/relationships/tags" Target="../tags/tag119.xml"/><Relationship Id="rId8" Type="http://schemas.openxmlformats.org/officeDocument/2006/relationships/tags" Target="../tags/tag118.xml"/><Relationship Id="rId7" Type="http://schemas.openxmlformats.org/officeDocument/2006/relationships/tags" Target="../tags/tag117.xml"/><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 Id="rId3" Type="http://schemas.openxmlformats.org/officeDocument/2006/relationships/tags" Target="../tags/tag113.xml"/><Relationship Id="rId20" Type="http://schemas.openxmlformats.org/officeDocument/2006/relationships/notesSlide" Target="../notesSlides/notesSlide2.xml"/><Relationship Id="rId2" Type="http://schemas.openxmlformats.org/officeDocument/2006/relationships/tags" Target="../tags/tag112.xml"/><Relationship Id="rId19" Type="http://schemas.openxmlformats.org/officeDocument/2006/relationships/slideLayout" Target="../slideLayouts/slideLayout11.xml"/><Relationship Id="rId18" Type="http://schemas.openxmlformats.org/officeDocument/2006/relationships/tags" Target="../tags/tag128.xml"/><Relationship Id="rId17" Type="http://schemas.openxmlformats.org/officeDocument/2006/relationships/tags" Target="../tags/tag127.xml"/><Relationship Id="rId16" Type="http://schemas.openxmlformats.org/officeDocument/2006/relationships/tags" Target="../tags/tag126.xml"/><Relationship Id="rId15" Type="http://schemas.openxmlformats.org/officeDocument/2006/relationships/tags" Target="../tags/tag125.xml"/><Relationship Id="rId14" Type="http://schemas.openxmlformats.org/officeDocument/2006/relationships/tags" Target="../tags/tag124.xml"/><Relationship Id="rId13" Type="http://schemas.openxmlformats.org/officeDocument/2006/relationships/tags" Target="../tags/tag123.xml"/><Relationship Id="rId12" Type="http://schemas.openxmlformats.org/officeDocument/2006/relationships/tags" Target="../tags/tag122.xml"/><Relationship Id="rId11" Type="http://schemas.openxmlformats.org/officeDocument/2006/relationships/tags" Target="../tags/tag121.xml"/><Relationship Id="rId10" Type="http://schemas.openxmlformats.org/officeDocument/2006/relationships/tags" Target="../tags/tag120.xml"/><Relationship Id="rId1" Type="http://schemas.openxmlformats.org/officeDocument/2006/relationships/tags" Target="../tags/tag111.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4.xml"/><Relationship Id="rId5" Type="http://schemas.openxmlformats.org/officeDocument/2006/relationships/tags" Target="../tags/tag133.xml"/><Relationship Id="rId4" Type="http://schemas.openxmlformats.org/officeDocument/2006/relationships/tags" Target="../tags/tag132.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4.xml"/><Relationship Id="rId5" Type="http://schemas.openxmlformats.org/officeDocument/2006/relationships/tags" Target="../tags/tag138.xml"/><Relationship Id="rId4" Type="http://schemas.openxmlformats.org/officeDocument/2006/relationships/tags" Target="../tags/tag137.xml"/><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tags" Target="../tags/tag134.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11.xml"/><Relationship Id="rId4" Type="http://schemas.openxmlformats.org/officeDocument/2006/relationships/tags" Target="../tags/tag142.xml"/><Relationship Id="rId3" Type="http://schemas.openxmlformats.org/officeDocument/2006/relationships/tags" Target="../tags/tag141.xml"/><Relationship Id="rId2" Type="http://schemas.openxmlformats.org/officeDocument/2006/relationships/tags" Target="../tags/tag140.xml"/><Relationship Id="rId1" Type="http://schemas.openxmlformats.org/officeDocument/2006/relationships/tags" Target="../tags/tag139.xml"/></Relationships>
</file>

<file path=ppt/slides/_rels/slide6.xml.rels><?xml version="1.0" encoding="UTF-8" standalone="yes"?>
<Relationships xmlns="http://schemas.openxmlformats.org/package/2006/relationships"><Relationship Id="rId9" Type="http://schemas.openxmlformats.org/officeDocument/2006/relationships/tags" Target="../tags/tag151.xml"/><Relationship Id="rId8" Type="http://schemas.openxmlformats.org/officeDocument/2006/relationships/tags" Target="../tags/tag150.xml"/><Relationship Id="rId7" Type="http://schemas.openxmlformats.org/officeDocument/2006/relationships/tags" Target="../tags/tag149.xml"/><Relationship Id="rId6" Type="http://schemas.openxmlformats.org/officeDocument/2006/relationships/tags" Target="../tags/tag148.xml"/><Relationship Id="rId5" Type="http://schemas.openxmlformats.org/officeDocument/2006/relationships/tags" Target="../tags/tag147.xml"/><Relationship Id="rId4" Type="http://schemas.openxmlformats.org/officeDocument/2006/relationships/tags" Target="../tags/tag146.xml"/><Relationship Id="rId3" Type="http://schemas.openxmlformats.org/officeDocument/2006/relationships/tags" Target="../tags/tag145.xml"/><Relationship Id="rId2" Type="http://schemas.openxmlformats.org/officeDocument/2006/relationships/tags" Target="../tags/tag144.xml"/><Relationship Id="rId10" Type="http://schemas.openxmlformats.org/officeDocument/2006/relationships/slideLayout" Target="../slideLayouts/slideLayout11.xml"/><Relationship Id="rId1" Type="http://schemas.openxmlformats.org/officeDocument/2006/relationships/tags" Target="../tags/tag143.xml"/></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11.xml"/><Relationship Id="rId5" Type="http://schemas.openxmlformats.org/officeDocument/2006/relationships/tags" Target="../tags/tag156.xml"/><Relationship Id="rId4" Type="http://schemas.openxmlformats.org/officeDocument/2006/relationships/tags" Target="../tags/tag155.xml"/><Relationship Id="rId3" Type="http://schemas.openxmlformats.org/officeDocument/2006/relationships/tags" Target="../tags/tag154.xml"/><Relationship Id="rId2" Type="http://schemas.openxmlformats.org/officeDocument/2006/relationships/tags" Target="../tags/tag153.xml"/><Relationship Id="rId1" Type="http://schemas.openxmlformats.org/officeDocument/2006/relationships/tags" Target="../tags/tag152.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1.xml"/><Relationship Id="rId4" Type="http://schemas.openxmlformats.org/officeDocument/2006/relationships/tags" Target="../tags/tag160.xml"/><Relationship Id="rId3" Type="http://schemas.openxmlformats.org/officeDocument/2006/relationships/tags" Target="../tags/tag159.xml"/><Relationship Id="rId2" Type="http://schemas.openxmlformats.org/officeDocument/2006/relationships/tags" Target="../tags/tag158.xml"/><Relationship Id="rId1" Type="http://schemas.openxmlformats.org/officeDocument/2006/relationships/tags" Target="../tags/tag157.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11.xml"/><Relationship Id="rId4" Type="http://schemas.openxmlformats.org/officeDocument/2006/relationships/tags" Target="../tags/tag164.xml"/><Relationship Id="rId3" Type="http://schemas.openxmlformats.org/officeDocument/2006/relationships/tags" Target="../tags/tag163.xml"/><Relationship Id="rId2" Type="http://schemas.openxmlformats.org/officeDocument/2006/relationships/tags" Target="../tags/tag162.xml"/><Relationship Id="rId1" Type="http://schemas.openxmlformats.org/officeDocument/2006/relationships/tags" Target="../tags/tag161.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1.xml"/><Relationship Id="rId4" Type="http://schemas.openxmlformats.org/officeDocument/2006/relationships/tags" Target="../tags/tag168.xml"/><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11.xml"/><Relationship Id="rId4" Type="http://schemas.openxmlformats.org/officeDocument/2006/relationships/tags" Target="../tags/tag172.xml"/><Relationship Id="rId3" Type="http://schemas.openxmlformats.org/officeDocument/2006/relationships/tags" Target="../tags/tag171.xml"/><Relationship Id="rId2" Type="http://schemas.openxmlformats.org/officeDocument/2006/relationships/tags" Target="../tags/tag170.xml"/><Relationship Id="rId1" Type="http://schemas.openxmlformats.org/officeDocument/2006/relationships/tags" Target="../tags/tag169.xml"/></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1.xml"/><Relationship Id="rId5" Type="http://schemas.openxmlformats.org/officeDocument/2006/relationships/tags" Target="../tags/tag177.xml"/><Relationship Id="rId4" Type="http://schemas.openxmlformats.org/officeDocument/2006/relationships/tags" Target="../tags/tag176.xml"/><Relationship Id="rId3" Type="http://schemas.openxmlformats.org/officeDocument/2006/relationships/tags" Target="../tags/tag175.xml"/><Relationship Id="rId2" Type="http://schemas.openxmlformats.org/officeDocument/2006/relationships/tags" Target="../tags/tag174.xml"/><Relationship Id="rId1" Type="http://schemas.openxmlformats.org/officeDocument/2006/relationships/tags" Target="../tags/tag173.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11.xml"/><Relationship Id="rId4" Type="http://schemas.openxmlformats.org/officeDocument/2006/relationships/tags" Target="../tags/tag181.xml"/><Relationship Id="rId3" Type="http://schemas.openxmlformats.org/officeDocument/2006/relationships/tags" Target="../tags/tag180.xml"/><Relationship Id="rId2" Type="http://schemas.openxmlformats.org/officeDocument/2006/relationships/tags" Target="../tags/tag179.xml"/><Relationship Id="rId1" Type="http://schemas.openxmlformats.org/officeDocument/2006/relationships/tags" Target="../tags/tag178.xml"/></Relationships>
</file>

<file path=ppt/slides/_rels/slide14.xml.rels><?xml version="1.0" encoding="UTF-8" standalone="yes"?>
<Relationships xmlns="http://schemas.openxmlformats.org/package/2006/relationships"><Relationship Id="rId9" Type="http://schemas.openxmlformats.org/officeDocument/2006/relationships/tags" Target="../tags/tag190.xml"/><Relationship Id="rId8" Type="http://schemas.openxmlformats.org/officeDocument/2006/relationships/tags" Target="../tags/tag189.xml"/><Relationship Id="rId7" Type="http://schemas.openxmlformats.org/officeDocument/2006/relationships/tags" Target="../tags/tag188.xml"/><Relationship Id="rId6" Type="http://schemas.openxmlformats.org/officeDocument/2006/relationships/tags" Target="../tags/tag187.xml"/><Relationship Id="rId5" Type="http://schemas.openxmlformats.org/officeDocument/2006/relationships/tags" Target="../tags/tag186.xml"/><Relationship Id="rId4" Type="http://schemas.openxmlformats.org/officeDocument/2006/relationships/tags" Target="../tags/tag185.xml"/><Relationship Id="rId3" Type="http://schemas.openxmlformats.org/officeDocument/2006/relationships/tags" Target="../tags/tag184.xml"/><Relationship Id="rId2" Type="http://schemas.openxmlformats.org/officeDocument/2006/relationships/tags" Target="../tags/tag183.xml"/><Relationship Id="rId10" Type="http://schemas.openxmlformats.org/officeDocument/2006/relationships/slideLayout" Target="../slideLayouts/slideLayout11.xml"/><Relationship Id="rId1" Type="http://schemas.openxmlformats.org/officeDocument/2006/relationships/tags" Target="../tags/tag182.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11.xml"/><Relationship Id="rId4" Type="http://schemas.openxmlformats.org/officeDocument/2006/relationships/tags" Target="../tags/tag194.xml"/><Relationship Id="rId3" Type="http://schemas.openxmlformats.org/officeDocument/2006/relationships/tags" Target="../tags/tag193.xml"/><Relationship Id="rId2" Type="http://schemas.openxmlformats.org/officeDocument/2006/relationships/tags" Target="../tags/tag192.xml"/><Relationship Id="rId1" Type="http://schemas.openxmlformats.org/officeDocument/2006/relationships/tags" Target="../tags/tag191.xml"/></Relationships>
</file>

<file path=ppt/slides/_rels/slide16.xml.rels><?xml version="1.0" encoding="UTF-8" standalone="yes"?>
<Relationships xmlns="http://schemas.openxmlformats.org/package/2006/relationships"><Relationship Id="rId9" Type="http://schemas.openxmlformats.org/officeDocument/2006/relationships/tags" Target="../tags/tag203.xml"/><Relationship Id="rId8" Type="http://schemas.openxmlformats.org/officeDocument/2006/relationships/tags" Target="../tags/tag202.xml"/><Relationship Id="rId7" Type="http://schemas.openxmlformats.org/officeDocument/2006/relationships/tags" Target="../tags/tag201.xml"/><Relationship Id="rId6" Type="http://schemas.openxmlformats.org/officeDocument/2006/relationships/tags" Target="../tags/tag200.xml"/><Relationship Id="rId5" Type="http://schemas.openxmlformats.org/officeDocument/2006/relationships/tags" Target="../tags/tag199.xml"/><Relationship Id="rId4" Type="http://schemas.openxmlformats.org/officeDocument/2006/relationships/tags" Target="../tags/tag198.xml"/><Relationship Id="rId3" Type="http://schemas.openxmlformats.org/officeDocument/2006/relationships/tags" Target="../tags/tag197.xml"/><Relationship Id="rId2" Type="http://schemas.openxmlformats.org/officeDocument/2006/relationships/tags" Target="../tags/tag196.xml"/><Relationship Id="rId10" Type="http://schemas.openxmlformats.org/officeDocument/2006/relationships/slideLayout" Target="../slideLayouts/slideLayout11.xml"/><Relationship Id="rId1" Type="http://schemas.openxmlformats.org/officeDocument/2006/relationships/tags" Target="../tags/tag195.xml"/></Relationships>
</file>

<file path=ppt/slides/_rels/slide17.xml.rels><?xml version="1.0" encoding="UTF-8" standalone="yes"?>
<Relationships xmlns="http://schemas.openxmlformats.org/package/2006/relationships"><Relationship Id="rId9" Type="http://schemas.openxmlformats.org/officeDocument/2006/relationships/tags" Target="../tags/tag212.xml"/><Relationship Id="rId8" Type="http://schemas.openxmlformats.org/officeDocument/2006/relationships/tags" Target="../tags/tag211.xml"/><Relationship Id="rId7" Type="http://schemas.openxmlformats.org/officeDocument/2006/relationships/tags" Target="../tags/tag210.xml"/><Relationship Id="rId6" Type="http://schemas.openxmlformats.org/officeDocument/2006/relationships/tags" Target="../tags/tag209.xml"/><Relationship Id="rId5" Type="http://schemas.openxmlformats.org/officeDocument/2006/relationships/tags" Target="../tags/tag208.xml"/><Relationship Id="rId4" Type="http://schemas.openxmlformats.org/officeDocument/2006/relationships/tags" Target="../tags/tag207.xml"/><Relationship Id="rId3" Type="http://schemas.openxmlformats.org/officeDocument/2006/relationships/tags" Target="../tags/tag206.xml"/><Relationship Id="rId2" Type="http://schemas.openxmlformats.org/officeDocument/2006/relationships/tags" Target="../tags/tag205.xml"/><Relationship Id="rId10" Type="http://schemas.openxmlformats.org/officeDocument/2006/relationships/slideLayout" Target="../slideLayouts/slideLayout11.xml"/><Relationship Id="rId1" Type="http://schemas.openxmlformats.org/officeDocument/2006/relationships/tags" Target="../tags/tag204.xml"/></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11.xml"/><Relationship Id="rId5" Type="http://schemas.openxmlformats.org/officeDocument/2006/relationships/tags" Target="../tags/tag217.xml"/><Relationship Id="rId4" Type="http://schemas.openxmlformats.org/officeDocument/2006/relationships/tags" Target="../tags/tag216.xml"/><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11.xml"/><Relationship Id="rId4" Type="http://schemas.openxmlformats.org/officeDocument/2006/relationships/tags" Target="../tags/tag221.xml"/><Relationship Id="rId3" Type="http://schemas.openxmlformats.org/officeDocument/2006/relationships/tags" Target="../tags/tag220.xml"/><Relationship Id="rId2" Type="http://schemas.openxmlformats.org/officeDocument/2006/relationships/tags" Target="../tags/tag219.xml"/><Relationship Id="rId1" Type="http://schemas.openxmlformats.org/officeDocument/2006/relationships/tags" Target="../tags/tag218.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2.xml"/><Relationship Id="rId2" Type="http://schemas.openxmlformats.org/officeDocument/2006/relationships/tags" Target="../tags/tag223.xml"/><Relationship Id="rId1" Type="http://schemas.openxmlformats.org/officeDocument/2006/relationships/tags" Target="../tags/tag2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lstStyle/>
          <a:p>
            <a:r>
              <a:rPr lang="zh-CN" altLang="en-US" spc="300">
                <a:solidFill>
                  <a:schemeClr val="dk1">
                    <a:lumMod val="85000"/>
                    <a:lumOff val="15000"/>
                  </a:schemeClr>
                </a:solidFill>
                <a:latin typeface="Arial" panose="020B0604020202020204" pitchFamily="34" charset="0"/>
                <a:ea typeface="微软雅黑" panose="020B0503020204020204" charset="-122"/>
                <a:sym typeface="+mn-ea"/>
              </a:rPr>
              <a:t>WPS Office介绍</a:t>
            </a:r>
            <a:endParaRPr lang="zh-CN" altLang="en-US" spc="300">
              <a:solidFill>
                <a:schemeClr val="dk1">
                  <a:lumMod val="85000"/>
                  <a:lumOff val="15000"/>
                </a:schemeClr>
              </a:solidFill>
              <a:latin typeface="Arial" panose="020B0604020202020204" pitchFamily="34" charset="0"/>
              <a:ea typeface="微软雅黑" panose="020B0503020204020204" charset="-122"/>
              <a:sym typeface="+mn-ea"/>
            </a:endParaRPr>
          </a:p>
        </p:txBody>
      </p:sp>
      <p:sp>
        <p:nvSpPr>
          <p:cNvPr id="2" name="副标题 1"/>
          <p:cNvSpPr>
            <a:spLocks noGrp="1"/>
          </p:cNvSpPr>
          <p:nvPr>
            <p:ph type="subTitle" idx="1"/>
          </p:nvPr>
        </p:nvSpPr>
        <p:spPr/>
        <p:txBody>
          <a:bodyPr/>
          <a:p>
            <a:endParaRPr lang="zh-CN" altLang="en-US"/>
          </a:p>
        </p:txBody>
      </p:sp>
      <p:sp>
        <p:nvSpPr>
          <p:cNvPr id="6" name="文本占位符 2"/>
          <p:cNvSpPr txBox="1"/>
          <p:nvPr>
            <p:custDataLst>
              <p:tags r:id="rId2"/>
            </p:custDataLst>
          </p:nvPr>
        </p:nvSpPr>
        <p:spPr>
          <a:xfrm>
            <a:off x="3861594" y="4640347"/>
            <a:ext cx="4468813" cy="337185"/>
          </a:xfrm>
          <a:prstGeom prst="rect">
            <a:avLst/>
          </a:prstGeom>
        </p:spPr>
        <p:txBody>
          <a:bodyPr wrap="square">
            <a:normAutofit fontScale="90000"/>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z="1640" spc="300">
                <a:solidFill>
                  <a:schemeClr val="dk1">
                    <a:lumMod val="65000"/>
                    <a:lumOff val="35000"/>
                  </a:schemeClr>
                </a:solidFill>
                <a:latin typeface="Arial" panose="020B0604020202020204" pitchFamily="34" charset="0"/>
                <a:ea typeface="微软雅黑" panose="020B0503020204020204" charset="-122"/>
              </a:rPr>
              <a:t>演讲人</a:t>
            </a:r>
            <a:endParaRPr lang="zh-CN" altLang="en-US" sz="1640" spc="300">
              <a:solidFill>
                <a:schemeClr val="dk1">
                  <a:lumMod val="65000"/>
                  <a:lumOff val="35000"/>
                </a:schemeClr>
              </a:solidFill>
              <a:latin typeface="Arial" panose="020B0604020202020204" pitchFamily="34" charset="0"/>
              <a:ea typeface="微软雅黑" panose="020B0503020204020204" charset="-122"/>
            </a:endParaRPr>
          </a:p>
        </p:txBody>
      </p:sp>
      <p:sp>
        <p:nvSpPr>
          <p:cNvPr id="8" name="文本占位符 2"/>
          <p:cNvSpPr txBox="1"/>
          <p:nvPr>
            <p:custDataLst>
              <p:tags r:id="rId3"/>
            </p:custDataLst>
          </p:nvPr>
        </p:nvSpPr>
        <p:spPr>
          <a:xfrm>
            <a:off x="3861594" y="4978901"/>
            <a:ext cx="4468813" cy="337185"/>
          </a:xfrm>
          <a:prstGeom prst="rect">
            <a:avLst/>
          </a:prstGeom>
        </p:spPr>
        <p:txBody>
          <a:bodyPr wrap="square">
            <a:normAutofit/>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pc="300">
                <a:solidFill>
                  <a:schemeClr val="dk1">
                    <a:lumMod val="65000"/>
                    <a:lumOff val="35000"/>
                  </a:schemeClr>
                </a:solidFill>
                <a:latin typeface="Arial" panose="020B0604020202020204" pitchFamily="34" charset="0"/>
                <a:ea typeface="微软雅黑" panose="020B0503020204020204" charset="-122"/>
              </a:rPr>
              <a:t>2022-08-29</a:t>
            </a:r>
            <a:endParaRPr lang="zh-CN" altLang="en-US" spc="300">
              <a:solidFill>
                <a:schemeClr val="dk1">
                  <a:lumMod val="65000"/>
                  <a:lumOff val="35000"/>
                </a:schemeClr>
              </a:solidFill>
              <a:latin typeface="Arial" panose="020B0604020202020204" pitchFamily="34" charset="0"/>
              <a:ea typeface="微软雅黑" panose="020B0503020204020204" charset="-122"/>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标题 5"/>
          <p:cNvSpPr>
            <a:spLocks noGrp="1"/>
          </p:cNvSpPr>
          <p:nvPr>
            <p:ph type="title"/>
          </p:nvPr>
        </p:nvSpPr>
        <p:spPr/>
        <p:txBody>
          <a:bodyPr/>
          <a:p>
            <a:endParaRPr lang="zh-CN" altLang="en-US"/>
          </a:p>
        </p:txBody>
      </p:sp>
      <p:sp>
        <p:nvSpPr>
          <p:cNvPr id="2" name="矩形 1"/>
          <p:cNvSpPr/>
          <p:nvPr>
            <p:custDataLst>
              <p:tags r:id="rId1"/>
            </p:custDataLst>
          </p:nvPr>
        </p:nvSpPr>
        <p:spPr>
          <a:xfrm>
            <a:off x="0" y="0"/>
            <a:ext cx="12192635" cy="1108710"/>
          </a:xfrm>
          <a:prstGeom prst="rect">
            <a:avLst/>
          </a:prstGeom>
          <a:solidFill>
            <a:schemeClr val="dk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25" name="文本框 224"/>
          <p:cNvSpPr txBox="1"/>
          <p:nvPr>
            <p:custDataLst>
              <p:tags r:id="rId2"/>
            </p:custDataLst>
          </p:nvPr>
        </p:nvSpPr>
        <p:spPr>
          <a:xfrm>
            <a:off x="3475354" y="2315210"/>
            <a:ext cx="3240000" cy="600710"/>
          </a:xfrm>
          <a:prstGeom prst="rect">
            <a:avLst/>
          </a:prstGeom>
          <a:noFill/>
        </p:spPr>
        <p:txBody>
          <a:bodyPr wrap="square" rtlCol="0">
            <a:normAutofit/>
          </a:bodyPr>
          <a:lstStyle/>
          <a:p>
            <a:pPr algn="just">
              <a:lnSpc>
                <a:spcPct val="150000"/>
              </a:lnSpc>
              <a:spcAft>
                <a:spcPts val="2000"/>
              </a:spcAft>
            </a:pPr>
            <a:r>
              <a:rPr lang="zh-CN" altLang="en-US" dirty="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Arial" panose="020B0604020202020204" pitchFamily="34" charset="0"/>
              </a:rPr>
              <a:t>WPS Office介绍</a:t>
            </a:r>
            <a:endParaRPr lang="zh-CN" altLang="en-US" dirty="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22" name="文本框 221"/>
          <p:cNvSpPr txBox="1"/>
          <p:nvPr>
            <p:custDataLst>
              <p:tags r:id="rId3"/>
            </p:custDataLst>
          </p:nvPr>
        </p:nvSpPr>
        <p:spPr>
          <a:xfrm>
            <a:off x="3478855" y="1397728"/>
            <a:ext cx="815340" cy="768350"/>
          </a:xfrm>
          <a:prstGeom prst="rect">
            <a:avLst/>
          </a:prstGeom>
          <a:noFill/>
        </p:spPr>
        <p:txBody>
          <a:bodyPr wrap="square" rtlCol="0">
            <a:normAutofit fontScale="90000"/>
          </a:bodyPr>
          <a:lstStyle/>
          <a:p>
            <a:r>
              <a:rPr lang="en-US" altLang="zh-CN" sz="4400" b="1" dirty="0">
                <a:solidFill>
                  <a:schemeClr val="accent1">
                    <a:lumMod val="75000"/>
                  </a:schemeClr>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01</a:t>
            </a:r>
            <a:endParaRPr lang="en-US" altLang="zh-CN" sz="4400" b="1" dirty="0">
              <a:solidFill>
                <a:schemeClr val="accent1">
                  <a:lumMod val="75000"/>
                </a:schemeClr>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18" name="直接连接符 17"/>
          <p:cNvCxnSpPr/>
          <p:nvPr>
            <p:custDataLst>
              <p:tags r:id="rId4"/>
            </p:custDataLst>
          </p:nvPr>
        </p:nvCxnSpPr>
        <p:spPr>
          <a:xfrm rot="10800000">
            <a:off x="3602680" y="2148298"/>
            <a:ext cx="1080135" cy="635"/>
          </a:xfrm>
          <a:prstGeom prst="line">
            <a:avLst/>
          </a:prstGeom>
          <a:ln>
            <a:solidFill>
              <a:schemeClr val="lt1">
                <a:lumMod val="85000"/>
              </a:schemeClr>
            </a:solidFill>
          </a:ln>
        </p:spPr>
        <p:style>
          <a:lnRef idx="1">
            <a:schemeClr val="accent1"/>
          </a:lnRef>
          <a:fillRef idx="0">
            <a:schemeClr val="accent1"/>
          </a:fillRef>
          <a:effectRef idx="0">
            <a:schemeClr val="accent1"/>
          </a:effectRef>
          <a:fontRef idx="minor">
            <a:schemeClr val="tx1"/>
          </a:fontRef>
        </p:style>
      </p:cxnSp>
      <p:sp>
        <p:nvSpPr>
          <p:cNvPr id="24" name="文本框 23"/>
          <p:cNvSpPr txBox="1"/>
          <p:nvPr>
            <p:custDataLst>
              <p:tags r:id="rId5"/>
            </p:custDataLst>
          </p:nvPr>
        </p:nvSpPr>
        <p:spPr>
          <a:xfrm>
            <a:off x="3476624" y="4053205"/>
            <a:ext cx="3240000" cy="621665"/>
          </a:xfrm>
          <a:prstGeom prst="rect">
            <a:avLst/>
          </a:prstGeom>
          <a:noFill/>
        </p:spPr>
        <p:txBody>
          <a:bodyPr wrap="square" rtlCol="0">
            <a:normAutofit/>
          </a:bodyPr>
          <a:lstStyle/>
          <a:p>
            <a:pPr algn="just">
              <a:lnSpc>
                <a:spcPct val="150000"/>
              </a:lnSpc>
              <a:spcAft>
                <a:spcPts val="2000"/>
              </a:spcAft>
            </a:pPr>
            <a:r>
              <a:rPr lang="zh-CN" altLang="en-US" dirty="0">
                <a:solidFill>
                  <a:schemeClr val="dk1">
                    <a:lumMod val="75000"/>
                    <a:lumOff val="25000"/>
                  </a:schemeClr>
                </a:solidFill>
                <a:uFillTx/>
                <a:latin typeface="微软雅黑" panose="020B0503020204020204" charset="-122"/>
                <a:ea typeface="微软雅黑" panose="020B0503020204020204" charset="-122"/>
                <a:sym typeface="Arial" panose="020B0604020202020204" pitchFamily="34" charset="0"/>
              </a:rPr>
              <a:t>软件介绍</a:t>
            </a:r>
            <a:endParaRPr lang="zh-CN" altLang="en-US" dirty="0">
              <a:solidFill>
                <a:schemeClr val="dk1">
                  <a:lumMod val="75000"/>
                  <a:lumOff val="25000"/>
                </a:schemeClr>
              </a:solidFill>
              <a:uFillTx/>
              <a:latin typeface="微软雅黑" panose="020B0503020204020204" charset="-122"/>
              <a:ea typeface="微软雅黑" panose="020B0503020204020204" charset="-122"/>
              <a:sym typeface="Arial" panose="020B0604020202020204" pitchFamily="34" charset="0"/>
            </a:endParaRPr>
          </a:p>
        </p:txBody>
      </p:sp>
      <p:sp>
        <p:nvSpPr>
          <p:cNvPr id="118" name="文本框 117"/>
          <p:cNvSpPr txBox="1"/>
          <p:nvPr>
            <p:custDataLst>
              <p:tags r:id="rId6"/>
            </p:custDataLst>
          </p:nvPr>
        </p:nvSpPr>
        <p:spPr>
          <a:xfrm>
            <a:off x="3486475" y="3145621"/>
            <a:ext cx="815340" cy="768350"/>
          </a:xfrm>
          <a:prstGeom prst="rect">
            <a:avLst/>
          </a:prstGeom>
          <a:noFill/>
        </p:spPr>
        <p:txBody>
          <a:bodyPr wrap="square" rtlCol="0">
            <a:normAutofit fontScale="90000"/>
          </a:bodyPr>
          <a:lstStyle/>
          <a:p>
            <a:r>
              <a:rPr lang="en-US" altLang="zh-CN" sz="4400" b="1">
                <a:solidFill>
                  <a:schemeClr val="accent1">
                    <a:lumMod val="75000"/>
                  </a:schemeClr>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02</a:t>
            </a:r>
            <a:endParaRPr lang="en-US" altLang="zh-CN" sz="4400" b="1">
              <a:solidFill>
                <a:schemeClr val="accent1">
                  <a:lumMod val="75000"/>
                </a:schemeClr>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119" name="直接连接符 118"/>
          <p:cNvCxnSpPr/>
          <p:nvPr>
            <p:custDataLst>
              <p:tags r:id="rId7"/>
            </p:custDataLst>
          </p:nvPr>
        </p:nvCxnSpPr>
        <p:spPr>
          <a:xfrm rot="10800000">
            <a:off x="3610300" y="3889206"/>
            <a:ext cx="1080135" cy="635"/>
          </a:xfrm>
          <a:prstGeom prst="line">
            <a:avLst/>
          </a:prstGeom>
          <a:ln>
            <a:solidFill>
              <a:schemeClr val="lt1">
                <a:lumMod val="85000"/>
              </a:schemeClr>
            </a:solidFill>
          </a:ln>
        </p:spPr>
        <p:style>
          <a:lnRef idx="1">
            <a:schemeClr val="accent1"/>
          </a:lnRef>
          <a:fillRef idx="0">
            <a:schemeClr val="accent1"/>
          </a:fillRef>
          <a:effectRef idx="0">
            <a:schemeClr val="accent1"/>
          </a:effectRef>
          <a:fontRef idx="minor">
            <a:schemeClr val="tx1"/>
          </a:fontRef>
        </p:style>
      </p:cxnSp>
      <p:sp>
        <p:nvSpPr>
          <p:cNvPr id="125" name="文本框 124"/>
          <p:cNvSpPr txBox="1"/>
          <p:nvPr>
            <p:custDataLst>
              <p:tags r:id="rId8"/>
            </p:custDataLst>
          </p:nvPr>
        </p:nvSpPr>
        <p:spPr>
          <a:xfrm>
            <a:off x="7604124" y="2315210"/>
            <a:ext cx="3240000" cy="600710"/>
          </a:xfrm>
          <a:prstGeom prst="rect">
            <a:avLst/>
          </a:prstGeom>
          <a:noFill/>
        </p:spPr>
        <p:txBody>
          <a:bodyPr wrap="square" rtlCol="0">
            <a:normAutofit/>
          </a:bodyPr>
          <a:lstStyle/>
          <a:p>
            <a:pPr algn="just">
              <a:lnSpc>
                <a:spcPct val="150000"/>
              </a:lnSpc>
              <a:spcAft>
                <a:spcPts val="2000"/>
              </a:spcAft>
            </a:pPr>
            <a:r>
              <a:rPr lang="zh-CN" altLang="en-US" dirty="0">
                <a:solidFill>
                  <a:schemeClr val="dk1">
                    <a:lumMod val="75000"/>
                    <a:lumOff val="25000"/>
                  </a:schemeClr>
                </a:solidFill>
                <a:uFillTx/>
                <a:latin typeface="微软雅黑" panose="020B0503020204020204" charset="-122"/>
                <a:ea typeface="微软雅黑" panose="020B0503020204020204" charset="-122"/>
                <a:sym typeface="Arial" panose="020B0604020202020204" pitchFamily="34" charset="0"/>
              </a:rPr>
              <a:t>发展历史</a:t>
            </a:r>
            <a:endParaRPr lang="zh-CN" altLang="en-US" dirty="0">
              <a:solidFill>
                <a:schemeClr val="dk1">
                  <a:lumMod val="75000"/>
                  <a:lumOff val="25000"/>
                </a:schemeClr>
              </a:solidFill>
              <a:uFillTx/>
              <a:latin typeface="微软雅黑" panose="020B0503020204020204" charset="-122"/>
              <a:ea typeface="微软雅黑" panose="020B0503020204020204" charset="-122"/>
              <a:sym typeface="Arial" panose="020B0604020202020204" pitchFamily="34" charset="0"/>
            </a:endParaRPr>
          </a:p>
        </p:txBody>
      </p:sp>
      <p:sp>
        <p:nvSpPr>
          <p:cNvPr id="126" name="文本框 125"/>
          <p:cNvSpPr txBox="1"/>
          <p:nvPr>
            <p:custDataLst>
              <p:tags r:id="rId9"/>
            </p:custDataLst>
          </p:nvPr>
        </p:nvSpPr>
        <p:spPr>
          <a:xfrm>
            <a:off x="7607625" y="1407253"/>
            <a:ext cx="815340" cy="768350"/>
          </a:xfrm>
          <a:prstGeom prst="rect">
            <a:avLst/>
          </a:prstGeom>
          <a:noFill/>
        </p:spPr>
        <p:txBody>
          <a:bodyPr wrap="square" rtlCol="0">
            <a:normAutofit fontScale="90000"/>
          </a:bodyPr>
          <a:lstStyle/>
          <a:p>
            <a:r>
              <a:rPr lang="en-US" altLang="zh-CN" sz="4400" b="1" dirty="0">
                <a:solidFill>
                  <a:schemeClr val="accent1">
                    <a:lumMod val="75000"/>
                  </a:schemeClr>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04</a:t>
            </a:r>
            <a:endParaRPr lang="en-US" altLang="zh-CN" sz="4400" b="1" dirty="0">
              <a:solidFill>
                <a:schemeClr val="accent1">
                  <a:lumMod val="75000"/>
                </a:schemeClr>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127" name="直接连接符 126"/>
          <p:cNvCxnSpPr/>
          <p:nvPr>
            <p:custDataLst>
              <p:tags r:id="rId10"/>
            </p:custDataLst>
          </p:nvPr>
        </p:nvCxnSpPr>
        <p:spPr>
          <a:xfrm rot="10800000">
            <a:off x="7731450" y="2148298"/>
            <a:ext cx="1080135" cy="635"/>
          </a:xfrm>
          <a:prstGeom prst="line">
            <a:avLst/>
          </a:prstGeom>
          <a:ln>
            <a:solidFill>
              <a:schemeClr val="lt1">
                <a:lumMod val="85000"/>
              </a:schemeClr>
            </a:solidFill>
          </a:ln>
        </p:spPr>
        <p:style>
          <a:lnRef idx="1">
            <a:schemeClr val="accent1"/>
          </a:lnRef>
          <a:fillRef idx="0">
            <a:schemeClr val="accent1"/>
          </a:fillRef>
          <a:effectRef idx="0">
            <a:schemeClr val="accent1"/>
          </a:effectRef>
          <a:fontRef idx="minor">
            <a:schemeClr val="tx1"/>
          </a:fontRef>
        </p:style>
      </p:cxnSp>
      <p:sp>
        <p:nvSpPr>
          <p:cNvPr id="129" name="文本框 128"/>
          <p:cNvSpPr txBox="1"/>
          <p:nvPr>
            <p:custDataLst>
              <p:tags r:id="rId11"/>
            </p:custDataLst>
          </p:nvPr>
        </p:nvSpPr>
        <p:spPr>
          <a:xfrm>
            <a:off x="7615554" y="4036060"/>
            <a:ext cx="3240000" cy="621665"/>
          </a:xfrm>
          <a:prstGeom prst="rect">
            <a:avLst/>
          </a:prstGeom>
          <a:noFill/>
        </p:spPr>
        <p:txBody>
          <a:bodyPr wrap="square" rtlCol="0">
            <a:normAutofit/>
          </a:bodyPr>
          <a:lstStyle/>
          <a:p>
            <a:pPr algn="just">
              <a:lnSpc>
                <a:spcPct val="150000"/>
              </a:lnSpc>
              <a:spcAft>
                <a:spcPts val="2000"/>
              </a:spcAft>
            </a:pPr>
            <a:r>
              <a:rPr lang="zh-CN" altLang="en-US" dirty="0">
                <a:solidFill>
                  <a:schemeClr val="dk1">
                    <a:lumMod val="75000"/>
                    <a:lumOff val="25000"/>
                  </a:schemeClr>
                </a:solidFill>
                <a:uFillTx/>
                <a:latin typeface="微软雅黑" panose="020B0503020204020204" charset="-122"/>
                <a:ea typeface="微软雅黑" panose="020B0503020204020204" charset="-122"/>
                <a:sym typeface="Arial" panose="020B0604020202020204" pitchFamily="34" charset="0"/>
              </a:rPr>
              <a:t>在线资源</a:t>
            </a:r>
            <a:endParaRPr lang="zh-CN" altLang="en-US" dirty="0">
              <a:solidFill>
                <a:schemeClr val="dk1">
                  <a:lumMod val="75000"/>
                  <a:lumOff val="25000"/>
                </a:schemeClr>
              </a:solidFill>
              <a:uFillTx/>
              <a:latin typeface="微软雅黑" panose="020B0503020204020204" charset="-122"/>
              <a:ea typeface="微软雅黑" panose="020B0503020204020204" charset="-122"/>
              <a:sym typeface="Arial" panose="020B0604020202020204" pitchFamily="34" charset="0"/>
            </a:endParaRPr>
          </a:p>
        </p:txBody>
      </p:sp>
      <p:sp>
        <p:nvSpPr>
          <p:cNvPr id="130" name="文本框 129"/>
          <p:cNvSpPr txBox="1"/>
          <p:nvPr>
            <p:custDataLst>
              <p:tags r:id="rId12"/>
            </p:custDataLst>
          </p:nvPr>
        </p:nvSpPr>
        <p:spPr>
          <a:xfrm>
            <a:off x="7615245" y="3138636"/>
            <a:ext cx="815340" cy="768350"/>
          </a:xfrm>
          <a:prstGeom prst="rect">
            <a:avLst/>
          </a:prstGeom>
          <a:noFill/>
        </p:spPr>
        <p:txBody>
          <a:bodyPr wrap="square" rtlCol="0">
            <a:normAutofit fontScale="90000"/>
          </a:bodyPr>
          <a:lstStyle/>
          <a:p>
            <a:r>
              <a:rPr lang="en-US" altLang="zh-CN" sz="4400" b="1" dirty="0">
                <a:solidFill>
                  <a:schemeClr val="accent1">
                    <a:lumMod val="75000"/>
                  </a:schemeClr>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05</a:t>
            </a:r>
            <a:endParaRPr lang="en-US" altLang="zh-CN" sz="4400" b="1" dirty="0">
              <a:solidFill>
                <a:schemeClr val="accent1">
                  <a:lumMod val="75000"/>
                </a:schemeClr>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131" name="直接连接符 130"/>
          <p:cNvCxnSpPr/>
          <p:nvPr>
            <p:custDataLst>
              <p:tags r:id="rId13"/>
            </p:custDataLst>
          </p:nvPr>
        </p:nvCxnSpPr>
        <p:spPr>
          <a:xfrm rot="10800000">
            <a:off x="7739070" y="3889206"/>
            <a:ext cx="1080135" cy="635"/>
          </a:xfrm>
          <a:prstGeom prst="line">
            <a:avLst/>
          </a:prstGeom>
          <a:ln>
            <a:solidFill>
              <a:schemeClr val="lt1">
                <a:lumMod val="8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custDataLst>
              <p:tags r:id="rId14"/>
            </p:custDataLst>
          </p:nvPr>
        </p:nvSpPr>
        <p:spPr>
          <a:xfrm>
            <a:off x="3511549" y="5784215"/>
            <a:ext cx="3240000" cy="621665"/>
          </a:xfrm>
          <a:prstGeom prst="rect">
            <a:avLst/>
          </a:prstGeom>
          <a:noFill/>
        </p:spPr>
        <p:txBody>
          <a:bodyPr wrap="square" rtlCol="0">
            <a:normAutofit/>
          </a:bodyPr>
          <a:lstStyle/>
          <a:p>
            <a:pPr algn="just">
              <a:lnSpc>
                <a:spcPct val="150000"/>
              </a:lnSpc>
              <a:spcAft>
                <a:spcPts val="2000"/>
              </a:spcAft>
            </a:pPr>
            <a:r>
              <a:rPr lang="zh-CN" altLang="en-US" dirty="0">
                <a:solidFill>
                  <a:schemeClr val="dk1">
                    <a:lumMod val="75000"/>
                    <a:lumOff val="25000"/>
                  </a:schemeClr>
                </a:solidFill>
                <a:uFillTx/>
                <a:latin typeface="微软雅黑" panose="020B0503020204020204" charset="-122"/>
                <a:ea typeface="微软雅黑" panose="020B0503020204020204" charset="-122"/>
                <a:sym typeface="Arial" panose="020B0604020202020204" pitchFamily="34" charset="0"/>
              </a:rPr>
              <a:t>产品功能</a:t>
            </a:r>
            <a:endParaRPr lang="zh-CN" altLang="en-US" dirty="0">
              <a:solidFill>
                <a:schemeClr val="dk1">
                  <a:lumMod val="75000"/>
                  <a:lumOff val="25000"/>
                </a:schemeClr>
              </a:solidFill>
              <a:uFillTx/>
              <a:latin typeface="微软雅黑" panose="020B0503020204020204" charset="-122"/>
              <a:ea typeface="微软雅黑" panose="020B0503020204020204" charset="-122"/>
              <a:sym typeface="Arial" panose="020B0604020202020204" pitchFamily="34" charset="0"/>
            </a:endParaRPr>
          </a:p>
        </p:txBody>
      </p:sp>
      <p:sp>
        <p:nvSpPr>
          <p:cNvPr id="4" name="文本框 3"/>
          <p:cNvSpPr txBox="1"/>
          <p:nvPr>
            <p:custDataLst>
              <p:tags r:id="rId15"/>
            </p:custDataLst>
          </p:nvPr>
        </p:nvSpPr>
        <p:spPr>
          <a:xfrm>
            <a:off x="3521400" y="4876631"/>
            <a:ext cx="815340" cy="768350"/>
          </a:xfrm>
          <a:prstGeom prst="rect">
            <a:avLst/>
          </a:prstGeom>
          <a:noFill/>
        </p:spPr>
        <p:txBody>
          <a:bodyPr wrap="square" rtlCol="0">
            <a:normAutofit fontScale="90000"/>
          </a:bodyPr>
          <a:lstStyle/>
          <a:p>
            <a:r>
              <a:rPr lang="en-US" altLang="zh-CN" sz="4400" b="1">
                <a:solidFill>
                  <a:schemeClr val="accent1">
                    <a:lumMod val="75000"/>
                  </a:schemeClr>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03</a:t>
            </a:r>
            <a:endParaRPr lang="en-US" altLang="zh-CN" sz="4400" b="1">
              <a:solidFill>
                <a:schemeClr val="accent1">
                  <a:lumMod val="75000"/>
                </a:schemeClr>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5" name="直接连接符 4"/>
          <p:cNvCxnSpPr/>
          <p:nvPr>
            <p:custDataLst>
              <p:tags r:id="rId16"/>
            </p:custDataLst>
          </p:nvPr>
        </p:nvCxnSpPr>
        <p:spPr>
          <a:xfrm rot="10800000">
            <a:off x="3645225" y="5620216"/>
            <a:ext cx="1080135" cy="635"/>
          </a:xfrm>
          <a:prstGeom prst="line">
            <a:avLst/>
          </a:prstGeom>
          <a:ln>
            <a:solidFill>
              <a:schemeClr val="lt1">
                <a:lumMod val="85000"/>
              </a:schemeClr>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custDataLst>
              <p:tags r:id="rId17"/>
            </p:custDataLst>
          </p:nvPr>
        </p:nvSpPr>
        <p:spPr>
          <a:xfrm>
            <a:off x="755650" y="696595"/>
            <a:ext cx="1880235" cy="695325"/>
          </a:xfrm>
          <a:prstGeom prst="rect">
            <a:avLst/>
          </a:prstGeom>
          <a:solidFill>
            <a:schemeClr val="accent1"/>
          </a:solidFill>
          <a:ln>
            <a:noFill/>
          </a:ln>
          <a:effectLst/>
        </p:spPr>
        <p:txBody>
          <a:bodyPr vert="horz" wrap="square" lIns="91440" tIns="45720" rIns="91440" bIns="45720" rtlCol="0" anchor="ctr" anchorCtr="1">
            <a:normAutofit/>
          </a:bodyPr>
          <a:lstStyle/>
          <a:p>
            <a:pPr algn="ctr"/>
            <a:r>
              <a:rPr lang="zh-CN" altLang="en-US" sz="3200" b="1" spc="800" dirty="0">
                <a:ln>
                  <a:noFill/>
                </a:ln>
                <a:solidFill>
                  <a:schemeClr val="lt1"/>
                </a:solidFill>
                <a:uFillTx/>
                <a:latin typeface="微软雅黑" panose="020B0503020204020204" charset="-122"/>
                <a:ea typeface="微软雅黑" panose="020B0503020204020204" charset="-122"/>
                <a:cs typeface="+mj-lt"/>
                <a:sym typeface="Arial" panose="020B0604020202020204" pitchFamily="34" charset="0"/>
              </a:rPr>
              <a:t>目录</a:t>
            </a:r>
            <a:endParaRPr lang="zh-CN" altLang="en-US" sz="3200" b="1" spc="800" dirty="0">
              <a:ln>
                <a:noFill/>
              </a:ln>
              <a:solidFill>
                <a:schemeClr val="lt1"/>
              </a:solidFill>
              <a:uFillTx/>
              <a:latin typeface="微软雅黑" panose="020B0503020204020204" charset="-122"/>
              <a:ea typeface="微软雅黑" panose="020B0503020204020204" charset="-122"/>
              <a:cs typeface="+mj-lt"/>
              <a:sym typeface="Arial" panose="020B0604020202020204" pitchFamily="34" charset="0"/>
            </a:endParaRPr>
          </a:p>
        </p:txBody>
      </p:sp>
      <p:sp>
        <p:nvSpPr>
          <p:cNvPr id="7" name="日期占位符 6"/>
          <p:cNvSpPr>
            <a:spLocks noGrp="1"/>
          </p:cNvSpPr>
          <p:nvPr>
            <p:ph type="dt" sz="half" idx="10"/>
          </p:nvPr>
        </p:nvSpPr>
        <p:spPr/>
        <p:txBody>
          <a:bodyPr/>
          <a:p>
            <a:r>
              <a:rPr lang="zh-CN" altLang="en-US" smtClean="0"/>
              <a:t>2025-6-6</a:t>
            </a:r>
            <a:endParaRPr lang="zh-CN" altLang="en-US"/>
          </a:p>
        </p:txBody>
      </p:sp>
      <p:sp>
        <p:nvSpPr>
          <p:cNvPr id="8" name="灯片编号占位符 7"/>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9" name="页脚占位符 8"/>
          <p:cNvSpPr>
            <a:spLocks noGrp="1"/>
          </p:cNvSpPr>
          <p:nvPr>
            <p:ph type="ftr" sz="quarter" idx="11"/>
          </p:nvPr>
        </p:nvSpPr>
        <p:spPr/>
        <p:txBody>
          <a:bodyPr/>
          <a:p>
            <a:endParaRPr lang="zh-CN" altLang="en-US" dirty="0"/>
          </a:p>
        </p:txBody>
      </p:sp>
    </p:spTree>
    <p:custDataLst>
      <p:tags r:id="rId18"/>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375">
                <a:solidFill>
                  <a:schemeClr val="dk1">
                    <a:lumMod val="85000"/>
                    <a:lumOff val="15000"/>
                  </a:schemeClr>
                </a:solidFill>
                <a:uFillTx/>
                <a:latin typeface="Arial" panose="020B0604020202020204" pitchFamily="34" charset="0"/>
                <a:ea typeface="微软雅黑" panose="020B0503020204020204" charset="-122"/>
                <a:sym typeface="+mn-ea"/>
              </a:rPr>
              <a:t>WPS Office介绍</a:t>
            </a:r>
            <a:endParaRPr lang="zh-CN" altLang="en-US" sz="4375">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2" name="文本占位符 1"/>
          <p:cNvSpPr>
            <a:spLocks noGrp="1"/>
          </p:cNvSpPr>
          <p:nvPr>
            <p:ph type="body" idx="1"/>
          </p:nvPr>
        </p:nvSpPr>
        <p:spPr/>
        <p:txBody>
          <a:bodyPr/>
          <a:p>
            <a:endParaRPr lang="zh-CN" altLang="en-US"/>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01</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375">
                <a:solidFill>
                  <a:schemeClr val="dk1">
                    <a:lumMod val="85000"/>
                    <a:lumOff val="15000"/>
                  </a:schemeClr>
                </a:solidFill>
                <a:uFillTx/>
                <a:latin typeface="Arial" panose="020B0604020202020204" pitchFamily="34" charset="0"/>
                <a:ea typeface="微软雅黑" panose="020B0503020204020204" charset="-122"/>
                <a:sym typeface="+mn-ea"/>
              </a:rPr>
              <a:t>软件介绍</a:t>
            </a:r>
            <a:endParaRPr lang="zh-CN" altLang="en-US" sz="4375">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2" name="文本占位符 1"/>
          <p:cNvSpPr>
            <a:spLocks noGrp="1"/>
          </p:cNvSpPr>
          <p:nvPr>
            <p:ph type="body" idx="1"/>
          </p:nvPr>
        </p:nvSpPr>
        <p:spPr/>
        <p:txBody>
          <a:bodyPr/>
          <a:p>
            <a:endParaRPr lang="zh-CN" altLang="en-US"/>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02</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p>
            <a:endParaRPr lang="zh-CN" altLang="en-US"/>
          </a:p>
        </p:txBody>
      </p:sp>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软件介绍</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二、软件特点
1.个人版永久免费：WPS 官网为用户提供WPS Office个人版永久免费。
2.体积小：WPS Office在保证功能完整性的同时，依然保持较同类软件体积最小，下载安装快速便捷。
3.功能易用：从中国人的思维模式出发，功能的操作方法设计得简单易用，良好的用使用体验，降低用户熟悉功能的门槛，提升用户工作效率，是最懂中国人的办公软件。
3.互联网化：大量的精美模板、在线图片素材、在线字体等资源，为用户轻松打造优秀文档。
5.文档漫游功能：很好的满足用户多平台、多设备的办公需求：在任何设备上打开过的文档，会自动上传到云端，方便用户在不同的平台和设备中快速访问同一文档。同时，用户还可以追溯同一文档的不同历史版本。</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4" name="日期占位符 3"/>
          <p:cNvSpPr>
            <a:spLocks noGrp="1"/>
          </p:cNvSpPr>
          <p:nvPr>
            <p:ph type="dt" sz="half" idx="10"/>
          </p:nvPr>
        </p:nvSpPr>
        <p:spPr/>
        <p:txBody>
          <a:bodyPr/>
          <a:p>
            <a:r>
              <a:rPr lang="zh-CN" altLang="en-US" smtClean="0"/>
              <a:t>2025-6-6</a:t>
            </a:r>
            <a:endParaRPr lang="zh-CN" altLang="en-US"/>
          </a:p>
        </p:txBody>
      </p:sp>
      <p:sp>
        <p:nvSpPr>
          <p:cNvPr id="5" name="灯片编号占位符 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6" name="页脚占位符 5"/>
          <p:cNvSpPr>
            <a:spLocks noGrp="1"/>
          </p:cNvSpPr>
          <p:nvPr>
            <p:ph type="ftr" sz="quarter" idx="11"/>
          </p:nvPr>
        </p:nvSpPr>
        <p:spPr/>
        <p:txBody>
          <a:bodyPr/>
          <a:p>
            <a:endParaRPr lang="zh-CN" altLang="en-US" dirty="0"/>
          </a:p>
        </p:txBody>
      </p:sp>
    </p:spTree>
    <p:custDataLst>
      <p:tags r:id="rId4"/>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标题 4"/>
          <p:cNvSpPr>
            <a:spLocks noGrp="1"/>
          </p:cNvSpPr>
          <p:nvPr>
            <p:ph type="title"/>
          </p:nvPr>
        </p:nvSpPr>
        <p:spPr/>
        <p:txBody>
          <a:bodyPr/>
          <a:p>
            <a:endParaRPr lang="zh-CN" altLang="en-US"/>
          </a:p>
        </p:txBody>
      </p:sp>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软件介绍</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6.WPS第四组件“轻办公”：以私有、公共等群主模式协同工作，云端同步数据的方式，满足不同协同办公的需求，使团队合作办公更高效，更轻松。</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6" name="日期占位符 5"/>
          <p:cNvSpPr>
            <a:spLocks noGrp="1"/>
          </p:cNvSpPr>
          <p:nvPr>
            <p:ph type="dt" sz="half" idx="10"/>
          </p:nvPr>
        </p:nvSpPr>
        <p:spPr/>
        <p:txBody>
          <a:bodyPr/>
          <a:p>
            <a:r>
              <a:rPr lang="zh-CN" altLang="en-US" smtClean="0"/>
              <a:t>2025-6-6</a:t>
            </a:r>
            <a:endParaRPr lang="zh-CN" altLang="en-US"/>
          </a:p>
        </p:txBody>
      </p:sp>
      <p:sp>
        <p:nvSpPr>
          <p:cNvPr id="7" name="灯片编号占位符 6"/>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8" name="页脚占位符 7"/>
          <p:cNvSpPr>
            <a:spLocks noGrp="1"/>
          </p:cNvSpPr>
          <p:nvPr>
            <p:ph type="ftr" sz="quarter" idx="11"/>
          </p:nvPr>
        </p:nvSpPr>
        <p:spPr/>
        <p:txBody>
          <a:bodyPr/>
          <a:p>
            <a:endParaRPr lang="zh-CN" altLang="en-US" dirty="0"/>
          </a:p>
        </p:txBody>
      </p:sp>
    </p:spTree>
    <p:custDataLst>
      <p:tags r:id="rId9"/>
    </p:custData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375">
                <a:solidFill>
                  <a:schemeClr val="dk1">
                    <a:lumMod val="85000"/>
                    <a:lumOff val="15000"/>
                  </a:schemeClr>
                </a:solidFill>
                <a:uFillTx/>
                <a:latin typeface="Arial" panose="020B0604020202020204" pitchFamily="34" charset="0"/>
                <a:ea typeface="微软雅黑" panose="020B0503020204020204" charset="-122"/>
                <a:sym typeface="+mn-ea"/>
              </a:rPr>
              <a:t>产品功能</a:t>
            </a:r>
            <a:endParaRPr lang="zh-CN" altLang="en-US" sz="4375">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04</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2" name="日期占位符 1"/>
          <p:cNvSpPr>
            <a:spLocks noGrp="1"/>
          </p:cNvSpPr>
          <p:nvPr>
            <p:ph type="dt" sz="half" idx="10"/>
          </p:nvPr>
        </p:nvSpPr>
        <p:spPr/>
        <p:txBody>
          <a:bodyPr/>
          <a:p>
            <a:r>
              <a:rPr lang="zh-CN" altLang="en-US" smtClean="0"/>
              <a:t>2025-6-6</a:t>
            </a:r>
            <a:endParaRPr lang="zh-CN" altLang="en-US"/>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6" name="页脚占位符 5"/>
          <p:cNvSpPr>
            <a:spLocks noGrp="1"/>
          </p:cNvSpPr>
          <p:nvPr>
            <p:ph type="ftr" sz="quarter" idx="11"/>
          </p:nvPr>
        </p:nvSpPr>
        <p:spPr/>
        <p:txBody>
          <a:bodyPr/>
          <a:p>
            <a:endParaRPr lang="zh-CN" altLang="en-US" dirty="0"/>
          </a:p>
        </p:txBody>
      </p:sp>
    </p:spTree>
    <p:custDataLst>
      <p:tags r:id="rId5"/>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p>
            <a:endParaRPr lang="zh-CN" altLang="en-US"/>
          </a:p>
        </p:txBody>
      </p:sp>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文字</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-新建Word文档功能；
-支持.doc.docx.dot.dotx.wps.wpt等文件格式的打开，包括加密文档；
-支持对文档进行查找替换、修订、字数统计、拼写检查等操作；
-编辑模式下支持文档编辑，文字、段落、对象属性设置，插入图片等功能；
-阅读模式下支持文档页面放大、缩小，调节屏幕亮度，增减字号等功能；</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4" name="日期占位符 3"/>
          <p:cNvSpPr>
            <a:spLocks noGrp="1"/>
          </p:cNvSpPr>
          <p:nvPr>
            <p:ph type="dt" sz="half" idx="10"/>
          </p:nvPr>
        </p:nvSpPr>
        <p:spPr/>
        <p:txBody>
          <a:bodyPr/>
          <a:p>
            <a:r>
              <a:rPr lang="zh-CN" altLang="en-US" smtClean="0"/>
              <a:t>2025-6-6</a:t>
            </a:r>
            <a:endParaRPr lang="zh-CN" altLang="en-US"/>
          </a:p>
        </p:txBody>
      </p:sp>
      <p:sp>
        <p:nvSpPr>
          <p:cNvPr id="5" name="灯片编号占位符 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6" name="页脚占位符 5"/>
          <p:cNvSpPr>
            <a:spLocks noGrp="1"/>
          </p:cNvSpPr>
          <p:nvPr>
            <p:ph type="ftr" sz="quarter" idx="11"/>
          </p:nvPr>
        </p:nvSpPr>
        <p:spPr/>
        <p:txBody>
          <a:bodyPr/>
          <a:p>
            <a:endParaRPr lang="zh-CN" altLang="en-US" dirty="0"/>
          </a:p>
        </p:txBody>
      </p:sp>
    </p:spTree>
    <p:custDataLst>
      <p:tags r:id="rId4"/>
    </p:custData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p>
            <a:endParaRPr lang="zh-CN" altLang="en-US"/>
          </a:p>
        </p:txBody>
      </p:sp>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演示</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-支持.ppt.pptx.pot.potx.pps.dps.dpt等文件格式的打开和播放，包括加密文档；
-编辑模式下支持文档编辑，文字、段落、对象属性设置，插入图片等功能；
-阅读模式下支持文档页面放大、缩小，调节屏幕亮度，增减字号等功能；
-共享播放，与其他设备链接，可同步播放当前幻灯片。</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4" name="日期占位符 3"/>
          <p:cNvSpPr>
            <a:spLocks noGrp="1"/>
          </p:cNvSpPr>
          <p:nvPr>
            <p:ph type="dt" sz="half" idx="10"/>
          </p:nvPr>
        </p:nvSpPr>
        <p:spPr/>
        <p:txBody>
          <a:bodyPr/>
          <a:p>
            <a:r>
              <a:rPr lang="zh-CN" altLang="en-US" smtClean="0"/>
              <a:t>2025-6-6</a:t>
            </a:r>
            <a:endParaRPr lang="zh-CN" altLang="en-US"/>
          </a:p>
        </p:txBody>
      </p:sp>
      <p:sp>
        <p:nvSpPr>
          <p:cNvPr id="5" name="灯片编号占位符 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6" name="页脚占位符 5"/>
          <p:cNvSpPr>
            <a:spLocks noGrp="1"/>
          </p:cNvSpPr>
          <p:nvPr>
            <p:ph type="ftr" sz="quarter" idx="11"/>
          </p:nvPr>
        </p:nvSpPr>
        <p:spPr/>
        <p:txBody>
          <a:bodyPr/>
          <a:p>
            <a:endParaRPr lang="zh-CN" altLang="en-US" dirty="0"/>
          </a:p>
        </p:txBody>
      </p:sp>
    </p:spTree>
    <p:custDataLst>
      <p:tags r:id="rId4"/>
    </p:custData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p>
            <a:endParaRPr lang="zh-CN" altLang="en-US"/>
          </a:p>
        </p:txBody>
      </p:sp>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表格</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-表格中可自由调整行高列宽，完整显示表格内容；
-支持表格查看时，双指放缩页面。</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4" name="日期占位符 3"/>
          <p:cNvSpPr>
            <a:spLocks noGrp="1"/>
          </p:cNvSpPr>
          <p:nvPr>
            <p:ph type="dt" sz="half" idx="10"/>
          </p:nvPr>
        </p:nvSpPr>
        <p:spPr/>
        <p:txBody>
          <a:bodyPr/>
          <a:p>
            <a:r>
              <a:rPr lang="zh-CN" altLang="en-US" smtClean="0"/>
              <a:t>2025-6-6</a:t>
            </a:r>
            <a:endParaRPr lang="zh-CN" altLang="en-US"/>
          </a:p>
        </p:txBody>
      </p:sp>
      <p:sp>
        <p:nvSpPr>
          <p:cNvPr id="5" name="灯片编号占位符 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6" name="页脚占位符 5"/>
          <p:cNvSpPr>
            <a:spLocks noGrp="1"/>
          </p:cNvSpPr>
          <p:nvPr>
            <p:ph type="ftr" sz="quarter" idx="11"/>
          </p:nvPr>
        </p:nvSpPr>
        <p:spPr/>
        <p:txBody>
          <a:bodyPr/>
          <a:p>
            <a:endParaRPr lang="zh-CN" altLang="en-US" dirty="0"/>
          </a:p>
        </p:txBody>
      </p:sp>
    </p:spTree>
    <p:custDataLst>
      <p:tags r:id="rId4"/>
    </p:custData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p>
            <a:endParaRPr lang="zh-CN" altLang="en-US"/>
          </a:p>
        </p:txBody>
      </p:sp>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公共</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-支持文档漫游，开启后无需数据线就能将打开过的文档自动同步到您登录的设备上；
-支持文件管理，可以新增文件夹，复制、移动、删除、重命名、另存文档。</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4" name="日期占位符 3"/>
          <p:cNvSpPr>
            <a:spLocks noGrp="1"/>
          </p:cNvSpPr>
          <p:nvPr>
            <p:ph type="dt" sz="half" idx="10"/>
          </p:nvPr>
        </p:nvSpPr>
        <p:spPr/>
        <p:txBody>
          <a:bodyPr/>
          <a:p>
            <a:r>
              <a:rPr lang="zh-CN" altLang="en-US" smtClean="0"/>
              <a:t>2025-6-6</a:t>
            </a:r>
            <a:endParaRPr lang="zh-CN" altLang="en-US"/>
          </a:p>
        </p:txBody>
      </p:sp>
      <p:sp>
        <p:nvSpPr>
          <p:cNvPr id="5" name="灯片编号占位符 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6" name="页脚占位符 5"/>
          <p:cNvSpPr>
            <a:spLocks noGrp="1"/>
          </p:cNvSpPr>
          <p:nvPr>
            <p:ph type="ftr" sz="quarter" idx="11"/>
          </p:nvPr>
        </p:nvSpPr>
        <p:spPr/>
        <p:txBody>
          <a:bodyPr/>
          <a:p>
            <a:endParaRPr lang="zh-CN" altLang="en-US" dirty="0"/>
          </a:p>
        </p:txBody>
      </p:sp>
    </p:spTree>
    <p:custDataLst>
      <p:tags r:id="rId4"/>
    </p:custData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375">
                <a:solidFill>
                  <a:schemeClr val="dk1">
                    <a:lumMod val="85000"/>
                    <a:lumOff val="15000"/>
                  </a:schemeClr>
                </a:solidFill>
                <a:uFillTx/>
                <a:latin typeface="Arial" panose="020B0604020202020204" pitchFamily="34" charset="0"/>
                <a:ea typeface="微软雅黑" panose="020B0503020204020204" charset="-122"/>
                <a:sym typeface="+mn-ea"/>
              </a:rPr>
              <a:t>发展历史</a:t>
            </a:r>
            <a:endParaRPr lang="zh-CN" altLang="en-US" sz="4375">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05</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2" name="日期占位符 1"/>
          <p:cNvSpPr>
            <a:spLocks noGrp="1"/>
          </p:cNvSpPr>
          <p:nvPr>
            <p:ph type="dt" sz="half" idx="10"/>
          </p:nvPr>
        </p:nvSpPr>
        <p:spPr/>
        <p:txBody>
          <a:bodyPr/>
          <a:p>
            <a:r>
              <a:rPr lang="zh-CN" altLang="en-US" smtClean="0"/>
              <a:t>2025-6-6</a:t>
            </a:r>
            <a:endParaRPr lang="zh-CN" altLang="en-US"/>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6" name="页脚占位符 5"/>
          <p:cNvSpPr>
            <a:spLocks noGrp="1"/>
          </p:cNvSpPr>
          <p:nvPr>
            <p:ph type="ftr" sz="quarter" idx="11"/>
          </p:nvPr>
        </p:nvSpPr>
        <p:spPr/>
        <p:txBody>
          <a:bodyPr/>
          <a:p>
            <a:endParaRPr lang="zh-CN" altLang="en-US" dirty="0"/>
          </a:p>
        </p:txBody>
      </p:sp>
    </p:spTree>
    <p:custDataLst>
      <p:tags r:id="rId5"/>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p>
            <a:endParaRPr lang="zh-CN" altLang="en-US"/>
          </a:p>
        </p:txBody>
      </p:sp>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发展历史</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1988年5月，一位叫求伯君的普通技术人员在一个宾馆的出租房间里凭借一台386电脑写出了WPS（Word Processing System）1.0，从此开创了中文字处理时代。
1988年到1995年的7年间，WPS迅速发展。
1993年，为了迎接Word的挑战，求伯君带领金山公司开发出了类似于Office套件的“盘古组件”，包括金山皓月、文字处理、双城电子表、金山英汉双向词典、名片管理、事务管理。但是，这个产品不仅没有赢得市场，而且丢掉了在Dos操作系统中的领先优势。
1994年，WPS用户超过千万，占领了中文文字处理市场的90%。同年，微软Windows系统在中国悄然登陆。金山与微软达成协议，通过设置双方都可以互相读取对方的文件，也就是这一纸协议，成为了WPS由盛到衰的转折点。</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4" name="日期占位符 3"/>
          <p:cNvSpPr>
            <a:spLocks noGrp="1"/>
          </p:cNvSpPr>
          <p:nvPr>
            <p:ph type="dt" sz="half" idx="10"/>
          </p:nvPr>
        </p:nvSpPr>
        <p:spPr/>
        <p:txBody>
          <a:bodyPr/>
          <a:p>
            <a:r>
              <a:rPr lang="zh-CN" altLang="en-US" smtClean="0"/>
              <a:t>2025-6-6</a:t>
            </a:r>
            <a:endParaRPr lang="zh-CN" altLang="en-US"/>
          </a:p>
        </p:txBody>
      </p:sp>
      <p:sp>
        <p:nvSpPr>
          <p:cNvPr id="5" name="灯片编号占位符 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6" name="页脚占位符 5"/>
          <p:cNvSpPr>
            <a:spLocks noGrp="1"/>
          </p:cNvSpPr>
          <p:nvPr>
            <p:ph type="ftr" sz="quarter" idx="11"/>
          </p:nvPr>
        </p:nvSpPr>
        <p:spPr/>
        <p:txBody>
          <a:bodyPr/>
          <a:p>
            <a:endParaRPr lang="zh-CN" altLang="en-US" dirty="0"/>
          </a:p>
        </p:txBody>
      </p:sp>
    </p:spTree>
    <p:custDataLst>
      <p:tags r:id="rId4"/>
    </p:custData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标题 4"/>
          <p:cNvSpPr>
            <a:spLocks noGrp="1"/>
          </p:cNvSpPr>
          <p:nvPr>
            <p:ph type="title"/>
          </p:nvPr>
        </p:nvSpPr>
        <p:spPr/>
        <p:txBody>
          <a:bodyPr/>
          <a:p>
            <a:endParaRPr lang="zh-CN" altLang="en-US"/>
          </a:p>
        </p:txBody>
      </p:sp>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发展历史</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1996年，随着windows操作系统的普及，通过各种渠道传播的word6.0和word97成功地将大部分WPS过渡为自己的用户，WPS的发展进入历史最低点。
1997年，WPS 97发布，这是第一个在平台上运行的中国本土文字处理软件。
盘古的失利使金山进入了发展的低谷，一些员工开始陆续离开，WPS 97一度仅有4名程序员坚持开发。求伯君在没有任何资料可供参考的情况下，终于摸索出了WPS 97。WPS 97是一套运行在Windows3.X、</a:t>
            </a: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Windows 95 环境下的中文字处理软件，在保留原有文字编辑方式的同时，支持“所见即所得”的文字处理方式。
1998年8月，联想公司注资金山，WPS开始了新的腾飞。1999年3月22日，金山公司在北京新世纪饭店隆重发布WPS 2000，开始集成文字办公、电子表格、多媒体演示制作和图象处理等多种功能。从此，WPS走出了单一字处理软件的定位。
2001年，WPS 2000获国家科技进步二等奖(一等奖空缺)，同时金山还推出了《WPS 2000繁体版（香港版、台湾版）》一经推出就大受欢迎，WPS凭借这个版本迅速打开了香港、台湾和澳门等使用繁体字地区的市场。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6" name="日期占位符 5"/>
          <p:cNvSpPr>
            <a:spLocks noGrp="1"/>
          </p:cNvSpPr>
          <p:nvPr>
            <p:ph type="dt" sz="half" idx="10"/>
          </p:nvPr>
        </p:nvSpPr>
        <p:spPr/>
        <p:txBody>
          <a:bodyPr/>
          <a:p>
            <a:r>
              <a:rPr lang="zh-CN" altLang="en-US" smtClean="0"/>
              <a:t>2025-6-6</a:t>
            </a:r>
            <a:endParaRPr lang="zh-CN" altLang="en-US"/>
          </a:p>
        </p:txBody>
      </p:sp>
      <p:sp>
        <p:nvSpPr>
          <p:cNvPr id="7" name="灯片编号占位符 6"/>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8" name="页脚占位符 7"/>
          <p:cNvSpPr>
            <a:spLocks noGrp="1"/>
          </p:cNvSpPr>
          <p:nvPr>
            <p:ph type="ftr" sz="quarter" idx="11"/>
          </p:nvPr>
        </p:nvSpPr>
        <p:spPr/>
        <p:txBody>
          <a:bodyPr/>
          <a:p>
            <a:endParaRPr lang="zh-CN" altLang="en-US" dirty="0"/>
          </a:p>
        </p:txBody>
      </p:sp>
    </p:spTree>
    <p:custDataLst>
      <p:tags r:id="rId9"/>
    </p:custData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p>
            <a:endParaRPr lang="zh-CN" altLang="en-US"/>
          </a:p>
        </p:txBody>
      </p:sp>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发展历史</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2001年5月，WPS正式采取国际办公软件通用定名方式，更名为WPS Office。在产品功能上，WPS Office从单模块的文字处理软件升级为以文字处理、电子表格、演示制作、电子邮件和网页制作等一系列产品为核心的多模块组件式产品。在用户需求方面，WPS Office细分为多个版本，其中包括WPS Office专业版、WPS Office 教师版和WPS Office 学生版，力图在多个用户市场里全面出击。同时为了满足少数民族的办公需求，WPS Office蒙文版发布。
2001年12月28日，中国政府首次进行大规模正版软件采购。经过历时半年的甄选，WPS Office通过采用国家机关最新公文模板，支持国家最新合同标准和编码标准GB18030等实实在在的“中国特色”，得到了政府部门的青睐，WPS Office打响政府采购第一枪：北京市政府采购WPS Office 11143套。从此，WPS Office势如竹破，成为上至国务院57部委、下至全国31个省市机关的标准办公平台。</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4" name="日期占位符 3"/>
          <p:cNvSpPr>
            <a:spLocks noGrp="1"/>
          </p:cNvSpPr>
          <p:nvPr>
            <p:ph type="dt" sz="half" idx="10"/>
          </p:nvPr>
        </p:nvSpPr>
        <p:spPr/>
        <p:txBody>
          <a:bodyPr/>
          <a:p>
            <a:r>
              <a:rPr lang="zh-CN" altLang="en-US" smtClean="0"/>
              <a:t>2025-6-6</a:t>
            </a:r>
            <a:endParaRPr lang="zh-CN" altLang="en-US"/>
          </a:p>
        </p:txBody>
      </p:sp>
      <p:sp>
        <p:nvSpPr>
          <p:cNvPr id="5" name="灯片编号占位符 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6" name="页脚占位符 5"/>
          <p:cNvSpPr>
            <a:spLocks noGrp="1"/>
          </p:cNvSpPr>
          <p:nvPr>
            <p:ph type="ftr" sz="quarter" idx="11"/>
          </p:nvPr>
        </p:nvSpPr>
        <p:spPr/>
        <p:txBody>
          <a:bodyPr/>
          <a:p>
            <a:endParaRPr lang="zh-CN" altLang="en-US" dirty="0"/>
          </a:p>
        </p:txBody>
      </p:sp>
    </p:spTree>
    <p:custDataLst>
      <p:tags r:id="rId4"/>
    </p:custData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标题 4"/>
          <p:cNvSpPr>
            <a:spLocks noGrp="1"/>
          </p:cNvSpPr>
          <p:nvPr>
            <p:ph type="title"/>
          </p:nvPr>
        </p:nvSpPr>
        <p:spPr/>
        <p:txBody>
          <a:bodyPr/>
          <a:p>
            <a:endParaRPr lang="zh-CN" altLang="en-US"/>
          </a:p>
        </p:txBody>
      </p:sp>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发展历史</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2002年，金山发出了“先继承、后创新、决胜互联之巅”的铮铮誓言。重整河山，WPS踏上二次创业的征途。百名研发彻底放弃14年技术积累，新建产品内核，重写数十万行代码，开始了长达三年的卧薪尝胆。春去秋来，千余个日夜鏖战，终于研发出了拥有完全自主知识产权的WPS Office 2005。
</a:t>
            </a: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2007年5月，WPS Office英文版在越南发布，开始进入英文市场。凭借优秀的产品品质，WPS Office在2007年再次获得国家科技进步二等奖。
2008年7月，WPS又一举拿下国家电网的千万定单，为央企的正版化建设奠定了良好的基础。</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6" name="日期占位符 5"/>
          <p:cNvSpPr>
            <a:spLocks noGrp="1"/>
          </p:cNvSpPr>
          <p:nvPr>
            <p:ph type="dt" sz="half" idx="10"/>
          </p:nvPr>
        </p:nvSpPr>
        <p:spPr/>
        <p:txBody>
          <a:bodyPr/>
          <a:p>
            <a:r>
              <a:rPr lang="zh-CN" altLang="en-US" smtClean="0"/>
              <a:t>2025-6-6</a:t>
            </a:r>
            <a:endParaRPr lang="zh-CN" altLang="en-US"/>
          </a:p>
        </p:txBody>
      </p:sp>
      <p:sp>
        <p:nvSpPr>
          <p:cNvPr id="7" name="灯片编号占位符 6"/>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8" name="页脚占位符 7"/>
          <p:cNvSpPr>
            <a:spLocks noGrp="1"/>
          </p:cNvSpPr>
          <p:nvPr>
            <p:ph type="ftr" sz="quarter" idx="11"/>
          </p:nvPr>
        </p:nvSpPr>
        <p:spPr/>
        <p:txBody>
          <a:bodyPr/>
          <a:p>
            <a:endParaRPr lang="zh-CN" altLang="en-US" dirty="0"/>
          </a:p>
        </p:txBody>
      </p:sp>
    </p:spTree>
    <p:custDataLst>
      <p:tags r:id="rId9"/>
    </p:custData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标题 4"/>
          <p:cNvSpPr>
            <a:spLocks noGrp="1"/>
          </p:cNvSpPr>
          <p:nvPr>
            <p:ph type="title"/>
          </p:nvPr>
        </p:nvSpPr>
        <p:spPr/>
        <p:txBody>
          <a:bodyPr/>
          <a:p>
            <a:endParaRPr lang="zh-CN" altLang="en-US"/>
          </a:p>
        </p:txBody>
      </p:sp>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发展历史</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1949127" y="1731304"/>
            <a:ext cx="8270147"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在2013年5月17日发布了WPS2013版本，更快更稳定的V9引擎，启动速度提升25%；更方便更省心的全新交互设计，大大增强用户易用性；随意换肤的WPS，四套主题随心切换（不含25周年纪念版和扩展主题，扩展主题需另行下载，25周年纪念版已在2014年01月01日绝版）；协同工作更简单，PC、Android设备无缝对接。
2014年3月25日，WPS 6.0 for Android正式发布，个人版永久免费，体积小、速度快；独有手机阅读模式，字体清晰翻页流畅；支持微软Office、PDF等23种文档格式；文档漫游功能等等。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6" name="日期占位符 5"/>
          <p:cNvSpPr>
            <a:spLocks noGrp="1"/>
          </p:cNvSpPr>
          <p:nvPr>
            <p:ph type="dt" sz="half" idx="10"/>
          </p:nvPr>
        </p:nvSpPr>
        <p:spPr/>
        <p:txBody>
          <a:bodyPr/>
          <a:p>
            <a:r>
              <a:rPr lang="zh-CN" altLang="en-US" smtClean="0"/>
              <a:t>2025-6-6</a:t>
            </a:r>
            <a:endParaRPr lang="zh-CN" altLang="en-US"/>
          </a:p>
        </p:txBody>
      </p:sp>
      <p:sp>
        <p:nvSpPr>
          <p:cNvPr id="7" name="灯片编号占位符 6"/>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8" name="页脚占位符 7"/>
          <p:cNvSpPr>
            <a:spLocks noGrp="1"/>
          </p:cNvSpPr>
          <p:nvPr>
            <p:ph type="ftr" sz="quarter" idx="11"/>
          </p:nvPr>
        </p:nvSpPr>
        <p:spPr/>
        <p:txBody>
          <a:bodyPr/>
          <a:p>
            <a:endParaRPr lang="zh-CN" altLang="en-US" dirty="0"/>
          </a:p>
        </p:txBody>
      </p:sp>
    </p:spTree>
    <p:custDataLst>
      <p:tags r:id="rId9"/>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375">
                <a:solidFill>
                  <a:schemeClr val="dk1">
                    <a:lumMod val="85000"/>
                    <a:lumOff val="15000"/>
                  </a:schemeClr>
                </a:solidFill>
                <a:uFillTx/>
                <a:latin typeface="Arial" panose="020B0604020202020204" pitchFamily="34" charset="0"/>
                <a:ea typeface="微软雅黑" panose="020B0503020204020204" charset="-122"/>
                <a:sym typeface="+mn-ea"/>
              </a:rPr>
              <a:t>在线资源</a:t>
            </a:r>
            <a:endParaRPr lang="zh-CN" altLang="en-US" sz="4375">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05</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2" name="日期占位符 1"/>
          <p:cNvSpPr>
            <a:spLocks noGrp="1"/>
          </p:cNvSpPr>
          <p:nvPr>
            <p:ph type="dt" sz="half" idx="10"/>
          </p:nvPr>
        </p:nvSpPr>
        <p:spPr/>
        <p:txBody>
          <a:bodyPr/>
          <a:p>
            <a:r>
              <a:rPr lang="zh-CN" altLang="en-US" smtClean="0"/>
              <a:t>2025-6-6</a:t>
            </a:r>
            <a:endParaRPr lang="zh-CN" altLang="en-US"/>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6" name="页脚占位符 5"/>
          <p:cNvSpPr>
            <a:spLocks noGrp="1"/>
          </p:cNvSpPr>
          <p:nvPr>
            <p:ph type="ftr" sz="quarter" idx="11"/>
          </p:nvPr>
        </p:nvSpPr>
        <p:spPr/>
        <p:txBody>
          <a:bodyPr/>
          <a:p>
            <a:endParaRPr lang="zh-CN" altLang="en-US" dirty="0"/>
          </a:p>
        </p:txBody>
      </p:sp>
    </p:spTree>
    <p:custDataLst>
      <p:tags r:id="rId5"/>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p>
            <a:endParaRPr lang="zh-CN" altLang="en-US"/>
          </a:p>
        </p:txBody>
      </p:sp>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在线资源</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1990225" y="1837436"/>
            <a:ext cx="8211550"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1.模板：上百个热门标签，多款模板不断更新。
2.素材：集合千万精品办公素材。还可以上传、下载、分享他人的素材，群组功能允许你方便的将不同素材分类。按钮、图标、结构图、流程图等专业素材可将你的思维和点子变成漂亮专业的图文格式付诸于文档、演示和表格。
3.知识库在WPS知识库频道，来自Office能手们的亲身体验出的“智慧结晶”能够帮助你解决一切疑难杂症。无论是操作问题，功能理解，还是应用操作，WPS知识库的精品教程都会助你一臂之力，办公技巧不再是独家秘技，而是人人都可学，人人都能用的知识。</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4" name="日期占位符 3"/>
          <p:cNvSpPr>
            <a:spLocks noGrp="1"/>
          </p:cNvSpPr>
          <p:nvPr>
            <p:ph type="dt" sz="half" idx="10"/>
          </p:nvPr>
        </p:nvSpPr>
        <p:spPr/>
        <p:txBody>
          <a:bodyPr/>
          <a:p>
            <a:r>
              <a:rPr lang="zh-CN" altLang="en-US" smtClean="0"/>
              <a:t>2025-6-6</a:t>
            </a:r>
            <a:endParaRPr lang="zh-CN" altLang="en-US"/>
          </a:p>
        </p:txBody>
      </p:sp>
      <p:sp>
        <p:nvSpPr>
          <p:cNvPr id="5" name="灯片编号占位符 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6" name="页脚占位符 5"/>
          <p:cNvSpPr>
            <a:spLocks noGrp="1"/>
          </p:cNvSpPr>
          <p:nvPr>
            <p:ph type="ftr" sz="quarter" idx="11"/>
          </p:nvPr>
        </p:nvSpPr>
        <p:spPr/>
        <p:txBody>
          <a:bodyPr/>
          <a:p>
            <a:endParaRPr lang="zh-CN" altLang="en-US" dirty="0"/>
          </a:p>
        </p:txBody>
      </p:sp>
    </p:spTree>
    <p:custDataLst>
      <p:tags r:id="rId4"/>
    </p:custData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dirty="0">
                <a:solidFill>
                  <a:schemeClr val="dk1"/>
                </a:solidFill>
                <a:latin typeface="Arial" panose="020B0604020202020204" pitchFamily="34" charset="0"/>
              </a:rPr>
              <a:t>谢谢</a:t>
            </a:r>
            <a:endParaRPr lang="zh-CN" altLang="en-US" dirty="0">
              <a:solidFill>
                <a:schemeClr val="dk1"/>
              </a:solidFill>
              <a:latin typeface="Arial" panose="020B0604020202020204" pitchFamily="34" charset="0"/>
            </a:endParaRPr>
          </a:p>
        </p:txBody>
      </p:sp>
      <p:sp>
        <p:nvSpPr>
          <p:cNvPr id="3" name="文本占位符 2"/>
          <p:cNvSpPr>
            <a:spLocks noGrp="1"/>
          </p:cNvSpPr>
          <p:nvPr>
            <p:ph type="body" sz="quarter" idx="10"/>
          </p:nvPr>
        </p:nvSpPr>
        <p:spPr/>
        <p:txBody>
          <a:bodyPr/>
          <a:p>
            <a:endParaRPr lang="zh-CN" altLang="en-US"/>
          </a:p>
        </p:txBody>
      </p:sp>
      <p:sp>
        <p:nvSpPr>
          <p:cNvPr id="4" name="日期占位符 3"/>
          <p:cNvSpPr>
            <a:spLocks noGrp="1"/>
          </p:cNvSpPr>
          <p:nvPr>
            <p:ph type="dt" sz="half" idx="2"/>
          </p:nvPr>
        </p:nvSpPr>
        <p:spPr/>
        <p:txBody>
          <a:bodyPr/>
          <a:p>
            <a:r>
              <a:rPr lang="zh-CN" altLang="en-US" smtClean="0"/>
              <a:t>2025-6-6</a:t>
            </a:r>
            <a:endParaRPr lang="zh-CN" altLang="en-US"/>
          </a:p>
        </p:txBody>
      </p:sp>
      <p:sp>
        <p:nvSpPr>
          <p:cNvPr id="5" name="灯片编号占位符 4"/>
          <p:cNvSpPr>
            <a:spLocks noGrp="1"/>
          </p:cNvSpPr>
          <p:nvPr>
            <p:ph type="sldNum" sz="quarter" idx="4"/>
          </p:nvPr>
        </p:nvSpPr>
        <p:spPr/>
        <p:txBody>
          <a:bodyPr/>
          <a:p>
            <a:fld id="{49AE70B2-8BF9-45C0-BB95-33D1B9D3A854}" type="slidenum">
              <a:rPr lang="zh-CN" altLang="en-US" smtClean="0"/>
            </a:fld>
            <a:endParaRPr lang="zh-CN" altLang="en-US" dirty="0"/>
          </a:p>
        </p:txBody>
      </p:sp>
      <p:sp>
        <p:nvSpPr>
          <p:cNvPr id="6" name="页脚占位符 5"/>
          <p:cNvSpPr>
            <a:spLocks noGrp="1"/>
          </p:cNvSpPr>
          <p:nvPr>
            <p:ph type="ftr" sz="quarter" idx="3"/>
          </p:nvPr>
        </p:nvSpPr>
        <p:spPr/>
        <p:txBody>
          <a:bodyPr/>
          <a:p>
            <a:endParaRPr lang="zh-CN" altLang="en-US" dirty="0"/>
          </a:p>
        </p:txBody>
      </p:sp>
    </p:spTree>
    <p:custDataLst>
      <p:tags r:id="rId2"/>
    </p:custDataLst>
  </p:cSld>
  <p:clrMapOvr>
    <a:masterClrMapping/>
  </p:clrMapOvr>
</p:sld>
</file>

<file path=ppt/tags/tag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9.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Lst>
</file>

<file path=ppt/tags/tag60.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61.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62.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63.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64.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65.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Lst>
</file>

<file path=ppt/tags/tag66.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7.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7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7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7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Lst>
</file>

<file path=ppt/tags/tag7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4.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9.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Lst>
</file>

<file path=ppt/tags/tag80.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8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8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8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8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8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8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Lst>
</file>

<file path=ppt/tags/tag8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8.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9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9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9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9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9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95.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Lst>
</file>

<file path=ppt/tags/tag96.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7.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8.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9.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00.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990"/>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990"/>
</p:tagLst>
</file>

<file path=ppt/tags/tag103.xml><?xml version="1.0" encoding="utf-8"?>
<p:tagLst xmlns:p="http://schemas.openxmlformats.org/presentationml/2006/main">
  <p:tag name="KSO_WM_TEMPLATE_THUMBS_INDEX" val="1、4、7、9、12、13、14、17、18、19、25、28、33、36、38、40、43、46、51"/>
  <p:tag name="KSO_WM_TEMPLATE_SUBCATEGORY" val="17"/>
  <p:tag name="KSO_WM_TEMPLATE_MASTER_TYPE" val="1"/>
  <p:tag name="KSO_WM_TEMPLATE_COLOR_TYPE" val="1"/>
  <p:tag name="KSO_WM_TAG_VERSION" val="1.0"/>
  <p:tag name="KSO_WM_BEAUTIFY_FLAG" val="#wm#"/>
  <p:tag name="KSO_WM_TEMPLATE_CATEGORY" val="custom"/>
  <p:tag name="KSO_WM_TEMPLATE_INDEX" val="20202990"/>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7.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2990_1*a*1"/>
  <p:tag name="KSO_WM_TEMPLATE_CATEGORY" val="custom"/>
  <p:tag name="KSO_WM_TEMPLATE_INDEX" val="20202990"/>
  <p:tag name="KSO_WM_UNIT_LAYERLEVEL" val="1"/>
  <p:tag name="KSO_WM_TAG_VERSION" val="1.0"/>
  <p:tag name="KSO_WM_BEAUTIFY_FLAG" val="#wm#"/>
  <p:tag name="KSO_WM_UNIT_PRESET_TEXT" val="空白演示"/>
  <p:tag name="KSO_WM_UNIT_TEXT_FILL_FORE_SCHEMECOLOR_INDEX_BRIGHTNESS" val="0.15"/>
  <p:tag name="KSO_WM_UNIT_TEXT_FILL_FORE_SCHEMECOLOR_INDEX" val="13"/>
  <p:tag name="KSO_WM_UNIT_TEXT_FILL_TYPE" val="1"/>
</p:tagLst>
</file>

<file path=ppt/tags/tag108.xml><?xml version="1.0" encoding="utf-8"?>
<p:tagLst xmlns:p="http://schemas.openxmlformats.org/presentationml/2006/main">
  <p:tag name="KSO_WM_UNIT_ISCONTENTSTITLE" val="0"/>
  <p:tag name="KSO_WM_UNIT_ISNUMDGMTITLE" val="0"/>
  <p:tag name="KSO_WM_UNIT_NOCLEAR" val="0"/>
  <p:tag name="KSO_WM_UNIT_VALUE" val="24"/>
  <p:tag name="KSO_WM_UNIT_HIGHLIGHT" val="0"/>
  <p:tag name="KSO_WM_UNIT_COMPATIBLE" val="0"/>
  <p:tag name="KSO_WM_UNIT_DIAGRAM_ISNUMVISUAL" val="0"/>
  <p:tag name="KSO_WM_UNIT_DIAGRAM_ISREFERUNIT" val="0"/>
  <p:tag name="KSO_WM_UNIT_TYPE" val="b"/>
  <p:tag name="KSO_WM_UNIT_INDEX" val="2"/>
  <p:tag name="KSO_WM_UNIT_ID" val="custom20202990_1*b*2"/>
  <p:tag name="KSO_WM_TEMPLATE_CATEGORY" val="custom"/>
  <p:tag name="KSO_WM_TEMPLATE_INDEX" val="20202990"/>
  <p:tag name="KSO_WM_UNIT_LAYERLEVEL" val="1"/>
  <p:tag name="KSO_WM_TAG_VERSION" val="1.0"/>
  <p:tag name="KSO_WM_BEAUTIFY_FLAG" val="#wm#"/>
  <p:tag name="KSO_WM_UNIT_PRESET_TEXT" val="汇报人：极墨产品部"/>
  <p:tag name="KSO_WM_UNIT_TEXT_FILL_FORE_SCHEMECOLOR_INDEX_BRIGHTNESS" val="0.35"/>
  <p:tag name="KSO_WM_UNIT_TEXT_FILL_FORE_SCHEMECOLOR_INDEX" val="13"/>
  <p:tag name="KSO_WM_UNIT_TEXT_FILL_TYPE" val="1"/>
</p:tagLst>
</file>

<file path=ppt/tags/tag109.xml><?xml version="1.0" encoding="utf-8"?>
<p:tagLst xmlns:p="http://schemas.openxmlformats.org/presentationml/2006/main">
  <p:tag name="KSO_WM_UNIT_ISCONTENTSTITLE" val="0"/>
  <p:tag name="KSO_WM_UNIT_ISNUMDGMTITLE" val="0"/>
  <p:tag name="KSO_WM_UNIT_NOCLEAR" val="0"/>
  <p:tag name="KSO_WM_UNIT_VALUE" val="21"/>
  <p:tag name="KSO_WM_UNIT_HIGHLIGHT" val="0"/>
  <p:tag name="KSO_WM_UNIT_COMPATIBLE" val="0"/>
  <p:tag name="KSO_WM_UNIT_DIAGRAM_ISNUMVISUAL" val="0"/>
  <p:tag name="KSO_WM_UNIT_DIAGRAM_ISREFERUNIT" val="0"/>
  <p:tag name="KSO_WM_UNIT_TYPE" val="b"/>
  <p:tag name="KSO_WM_UNIT_INDEX" val="3"/>
  <p:tag name="KSO_WM_UNIT_ID" val="custom20202990_1*b*3"/>
  <p:tag name="KSO_WM_TEMPLATE_CATEGORY" val="custom"/>
  <p:tag name="KSO_WM_TEMPLATE_INDEX" val="20202990"/>
  <p:tag name="KSO_WM_UNIT_LAYERLEVEL" val="1"/>
  <p:tag name="KSO_WM_TAG_VERSION" val="1.0"/>
  <p:tag name="KSO_WM_BEAUTIFY_FLAG" val="#wm#"/>
  <p:tag name="KSO_WM_UNIT_PRESET_TEXT" val="汇报日期：2020/10/10"/>
  <p:tag name="KSO_WM_UNIT_TEXT_FILL_FORE_SCHEMECOLOR_INDEX_BRIGHTNESS" val="0.35"/>
  <p:tag name="KSO_WM_UNIT_TEXT_FILL_FORE_SCHEMECOLOR_INDEX" val="13"/>
  <p:tag name="KSO_WM_UNIT_TEXT_FILL_TYPE" val="1"/>
</p:tagLst>
</file>

<file path=ppt/tags/tag110.xml><?xml version="1.0" encoding="utf-8"?>
<p:tagLst xmlns:p="http://schemas.openxmlformats.org/presentationml/2006/main">
  <p:tag name="KSO_WM_TEMPLATE_THUMBS_INDEX" val="1、4、7、9、12、13、14、17、18、19、25、28、33、36、38、40、43、46、51"/>
  <p:tag name="KSO_WM_SLIDE_ID" val="custom20202990_1"/>
  <p:tag name="KSO_WM_TEMPLATE_SUBCATEGORY" val="17"/>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990"/>
  <p:tag name="KSO_WM_SLIDE_LAYOUT" val="a_b"/>
  <p:tag name="KSO_WM_SLIDE_LAYOUT_CNT" val="1_3"/>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6915_6*i*1"/>
  <p:tag name="KSO_WM_TEMPLATE_CATEGORY" val="custom"/>
  <p:tag name="KSO_WM_TEMPLATE_INDEX" val="20206915"/>
  <p:tag name="KSO_WM_UNIT_LAYERLEVEL" val="1"/>
  <p:tag name="KSO_WM_TAG_VERSION" val="1.0"/>
  <p:tag name="KSO_WM_BEAUTIFY_FLAG" val="#wm#"/>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12.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6915_6*l_h_f*1_1_1"/>
  <p:tag name="KSO_WM_TEMPLATE_CATEGORY" val="custom"/>
  <p:tag name="KSO_WM_TEMPLATE_INDEX" val="20206915"/>
  <p:tag name="KSO_WM_UNIT_LAYERLEVEL" val="1_1_1"/>
  <p:tag name="KSO_WM_TAG_VERSION" val="1.0"/>
  <p:tag name="KSO_WM_BEAUTIFY_FLAG" val="#wm#"/>
  <p:tag name="KSO_WM_UNIT_PRESET_TEXT" val="请言简意赅的阐述您的观点。"/>
  <p:tag name="KSO_WM_UNIT_TEXT_FILL_FORE_SCHEMECOLOR_INDEX_BRIGHTNESS" val="0.25"/>
  <p:tag name="KSO_WM_UNIT_TEXT_FILL_FORE_SCHEMECOLOR_INDEX" val="13"/>
  <p:tag name="KSO_WM_UNIT_TEXT_FILL_TYPE" val="1"/>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6915_6*l_h_i*1_1_1"/>
  <p:tag name="KSO_WM_TEMPLATE_CATEGORY" val="custom"/>
  <p:tag name="KSO_WM_TEMPLATE_INDEX" val="20206915"/>
  <p:tag name="KSO_WM_UNIT_LAYERLEVEL" val="1_1_1"/>
  <p:tag name="KSO_WM_TAG_VERSION" val="1.0"/>
  <p:tag name="KSO_WM_BEAUTIFY_FLAG" val="#wm#"/>
  <p:tag name="KSO_WM_UNIT_TEXT_FILL_FORE_SCHEMECOLOR_INDEX_BRIGHTNESS" val="0"/>
  <p:tag name="KSO_WM_UNIT_TEXT_FILL_FORE_SCHEMECOLOR_INDEX" val="5"/>
  <p:tag name="KSO_WM_UNIT_TEXT_FILL_TYPE" val="1"/>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custom20206915_6*l_h_i*1_1_2"/>
  <p:tag name="KSO_WM_TEMPLATE_CATEGORY" val="custom"/>
  <p:tag name="KSO_WM_TEMPLATE_INDEX" val="20206915"/>
  <p:tag name="KSO_WM_UNIT_LAYERLEVEL" val="1_1_1"/>
  <p:tag name="KSO_WM_TAG_VERSION" val="1.0"/>
  <p:tag name="KSO_WM_BEAUTIFY_FLAG" val="#wm#"/>
  <p:tag name="KSO_WM_UNIT_LINE_FORE_SCHEMECOLOR_INDEX_BRIGHTNESS" val="-0.15"/>
  <p:tag name="KSO_WM_UNIT_LINE_FORE_SCHEMECOLOR_INDEX" val="14"/>
  <p:tag name="KSO_WM_UNIT_LINE_FILL_TYPE" val="2"/>
</p:tagLst>
</file>

<file path=ppt/tags/tag115.xml><?xml version="1.0" encoding="utf-8"?>
<p:tagLst xmlns:p="http://schemas.openxmlformats.org/presentationml/2006/main">
  <p:tag name="KSO_WM_UNIT_SUBTYPE" val="a"/>
  <p:tag name="KSO_WM_UNIT_NOCLEAR" val="0"/>
  <p:tag name="KSO_WM_UNIT_VALUE" val="1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6915_6*l_h_f*1_2_1"/>
  <p:tag name="KSO_WM_TEMPLATE_CATEGORY" val="custom"/>
  <p:tag name="KSO_WM_TEMPLATE_INDEX" val="20206915"/>
  <p:tag name="KSO_WM_UNIT_LAYERLEVEL" val="1_1_1"/>
  <p:tag name="KSO_WM_TAG_VERSION" val="1.0"/>
  <p:tag name="KSO_WM_BEAUTIFY_FLAG" val="#wm#"/>
  <p:tag name="KSO_WM_UNIT_PRESET_TEXT" val="请言简意赅的阐述您的观点。"/>
  <p:tag name="KSO_WM_UNIT_TEXT_FILL_FORE_SCHEMECOLOR_INDEX_BRIGHTNESS" val="0.25"/>
  <p:tag name="KSO_WM_UNIT_TEXT_FILL_FORE_SCHEMECOLOR_INDEX" val="13"/>
  <p:tag name="KSO_WM_UNIT_TEXT_FILL_TYPE" val="1"/>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206915_6*l_h_i*1_2_1"/>
  <p:tag name="KSO_WM_TEMPLATE_CATEGORY" val="custom"/>
  <p:tag name="KSO_WM_TEMPLATE_INDEX" val="20206915"/>
  <p:tag name="KSO_WM_UNIT_LAYERLEVEL" val="1_1_1"/>
  <p:tag name="KSO_WM_TAG_VERSION" val="1.0"/>
  <p:tag name="KSO_WM_BEAUTIFY_FLAG" val="#wm#"/>
  <p:tag name="KSO_WM_UNIT_TEXT_FILL_FORE_SCHEMECOLOR_INDEX_BRIGHTNESS" val="0"/>
  <p:tag name="KSO_WM_UNIT_TEXT_FILL_FORE_SCHEMECOLOR_INDEX" val="5"/>
  <p:tag name="KSO_WM_UNIT_TEXT_FILL_TYPE" val="1"/>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custom20206915_6*l_h_i*1_2_2"/>
  <p:tag name="KSO_WM_TEMPLATE_CATEGORY" val="custom"/>
  <p:tag name="KSO_WM_TEMPLATE_INDEX" val="20206915"/>
  <p:tag name="KSO_WM_UNIT_LAYERLEVEL" val="1_1_1"/>
  <p:tag name="KSO_WM_TAG_VERSION" val="1.0"/>
  <p:tag name="KSO_WM_BEAUTIFY_FLAG" val="#wm#"/>
  <p:tag name="KSO_WM_UNIT_LINE_FORE_SCHEMECOLOR_INDEX_BRIGHTNESS" val="-0.15"/>
  <p:tag name="KSO_WM_UNIT_LINE_FORE_SCHEMECOLOR_INDEX" val="14"/>
  <p:tag name="KSO_WM_UNIT_LINE_FILL_TYPE" val="2"/>
</p:tagLst>
</file>

<file path=ppt/tags/tag11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6915_6*l_h_f*1_4_1"/>
  <p:tag name="KSO_WM_TEMPLATE_CATEGORY" val="custom"/>
  <p:tag name="KSO_WM_TEMPLATE_INDEX" val="20206915"/>
  <p:tag name="KSO_WM_UNIT_LAYERLEVEL" val="1_1_1"/>
  <p:tag name="KSO_WM_TAG_VERSION" val="1.0"/>
  <p:tag name="KSO_WM_BEAUTIFY_FLAG" val="#wm#"/>
  <p:tag name="KSO_WM_UNIT_PRESET_TEXT" val="请言简意赅的阐述您的观点。"/>
  <p:tag name="KSO_WM_UNIT_TEXT_FILL_FORE_SCHEMECOLOR_INDEX_BRIGHTNESS" val="0.25"/>
  <p:tag name="KSO_WM_UNIT_TEXT_FILL_FORE_SCHEMECOLOR_INDEX" val="13"/>
  <p:tag name="KSO_WM_UNIT_TEXT_FILL_TYPE" val="1"/>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custom20206915_6*l_h_i*1_4_1"/>
  <p:tag name="KSO_WM_TEMPLATE_CATEGORY" val="custom"/>
  <p:tag name="KSO_WM_TEMPLATE_INDEX" val="20206915"/>
  <p:tag name="KSO_WM_UNIT_LAYERLEVEL" val="1_1_1"/>
  <p:tag name="KSO_WM_TAG_VERSION" val="1.0"/>
  <p:tag name="KSO_WM_BEAUTIFY_FLAG" val="#wm#"/>
  <p:tag name="KSO_WM_UNIT_TEXT_FILL_FORE_SCHEMECOLOR_INDEX_BRIGHTNESS" val="0"/>
  <p:tag name="KSO_WM_UNIT_TEXT_FILL_FORE_SCHEMECOLOR_INDEX" val="5"/>
  <p:tag name="KSO_WM_UNIT_TEXT_FILL_TYPE" val="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custom20206915_6*l_h_i*1_4_2"/>
  <p:tag name="KSO_WM_TEMPLATE_CATEGORY" val="custom"/>
  <p:tag name="KSO_WM_TEMPLATE_INDEX" val="20206915"/>
  <p:tag name="KSO_WM_UNIT_LAYERLEVEL" val="1_1_1"/>
  <p:tag name="KSO_WM_TAG_VERSION" val="1.0"/>
  <p:tag name="KSO_WM_BEAUTIFY_FLAG" val="#wm#"/>
  <p:tag name="KSO_WM_UNIT_LINE_FORE_SCHEMECOLOR_INDEX_BRIGHTNESS" val="-0.15"/>
  <p:tag name="KSO_WM_UNIT_LINE_FORE_SCHEMECOLOR_INDEX" val="14"/>
  <p:tag name="KSO_WM_UNIT_LINE_FILL_TYPE" val="2"/>
</p:tagLst>
</file>

<file path=ppt/tags/tag121.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custom20206915_6*l_h_f*1_5_1"/>
  <p:tag name="KSO_WM_TEMPLATE_CATEGORY" val="custom"/>
  <p:tag name="KSO_WM_TEMPLATE_INDEX" val="20206915"/>
  <p:tag name="KSO_WM_UNIT_LAYERLEVEL" val="1_1_1"/>
  <p:tag name="KSO_WM_TAG_VERSION" val="1.0"/>
  <p:tag name="KSO_WM_BEAUTIFY_FLAG" val="#wm#"/>
  <p:tag name="KSO_WM_UNIT_PRESET_TEXT" val="请言简意赅的阐述您的观点。"/>
  <p:tag name="KSO_WM_UNIT_TEXT_FILL_FORE_SCHEMECOLOR_INDEX_BRIGHTNESS" val="0.25"/>
  <p:tag name="KSO_WM_UNIT_TEXT_FILL_FORE_SCHEMECOLOR_INDEX" val="13"/>
  <p:tag name="KSO_WM_UNIT_TEXT_FILL_TYPE" val="1"/>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custom20206915_6*l_h_i*1_5_1"/>
  <p:tag name="KSO_WM_TEMPLATE_CATEGORY" val="custom"/>
  <p:tag name="KSO_WM_TEMPLATE_INDEX" val="20206915"/>
  <p:tag name="KSO_WM_UNIT_LAYERLEVEL" val="1_1_1"/>
  <p:tag name="KSO_WM_TAG_VERSION" val="1.0"/>
  <p:tag name="KSO_WM_BEAUTIFY_FLAG" val="#wm#"/>
  <p:tag name="KSO_WM_UNIT_TEXT_FILL_FORE_SCHEMECOLOR_INDEX_BRIGHTNESS" val="0"/>
  <p:tag name="KSO_WM_UNIT_TEXT_FILL_FORE_SCHEMECOLOR_INDEX" val="5"/>
  <p:tag name="KSO_WM_UNIT_TEXT_FILL_TYPE" val="1"/>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2"/>
  <p:tag name="KSO_WM_UNIT_ID" val="custom20206915_6*l_h_i*1_5_2"/>
  <p:tag name="KSO_WM_TEMPLATE_CATEGORY" val="custom"/>
  <p:tag name="KSO_WM_TEMPLATE_INDEX" val="20206915"/>
  <p:tag name="KSO_WM_UNIT_LAYERLEVEL" val="1_1_1"/>
  <p:tag name="KSO_WM_TAG_VERSION" val="1.0"/>
  <p:tag name="KSO_WM_BEAUTIFY_FLAG" val="#wm#"/>
  <p:tag name="KSO_WM_UNIT_LINE_FORE_SCHEMECOLOR_INDEX_BRIGHTNESS" val="-0.15"/>
  <p:tag name="KSO_WM_UNIT_LINE_FORE_SCHEMECOLOR_INDEX" val="14"/>
  <p:tag name="KSO_WM_UNIT_LINE_FILL_TYPE" val="2"/>
</p:tagLst>
</file>

<file path=ppt/tags/tag12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6915_6*l_h_f*1_3_1"/>
  <p:tag name="KSO_WM_TEMPLATE_CATEGORY" val="custom"/>
  <p:tag name="KSO_WM_TEMPLATE_INDEX" val="20206915"/>
  <p:tag name="KSO_WM_UNIT_LAYERLEVEL" val="1_1_1"/>
  <p:tag name="KSO_WM_TAG_VERSION" val="1.0"/>
  <p:tag name="KSO_WM_BEAUTIFY_FLAG" val="#wm#"/>
  <p:tag name="KSO_WM_UNIT_PRESET_TEXT" val="请言简意赅的阐述您的观点。"/>
  <p:tag name="KSO_WM_UNIT_TEXT_FILL_FORE_SCHEMECOLOR_INDEX_BRIGHTNESS" val="0.25"/>
  <p:tag name="KSO_WM_UNIT_TEXT_FILL_FORE_SCHEMECOLOR_INDEX" val="13"/>
  <p:tag name="KSO_WM_UNIT_TEXT_FILL_TYPE" val="1"/>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custom20206915_6*l_h_i*1_3_1"/>
  <p:tag name="KSO_WM_TEMPLATE_CATEGORY" val="custom"/>
  <p:tag name="KSO_WM_TEMPLATE_INDEX" val="20206915"/>
  <p:tag name="KSO_WM_UNIT_LAYERLEVEL" val="1_1_1"/>
  <p:tag name="KSO_WM_TAG_VERSION" val="1.0"/>
  <p:tag name="KSO_WM_BEAUTIFY_FLAG" val="#wm#"/>
  <p:tag name="KSO_WM_UNIT_TEXT_FILL_FORE_SCHEMECOLOR_INDEX_BRIGHTNESS" val="0"/>
  <p:tag name="KSO_WM_UNIT_TEXT_FILL_FORE_SCHEMECOLOR_INDEX" val="5"/>
  <p:tag name="KSO_WM_UNIT_TEXT_FILL_TYPE" val="1"/>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custom20206915_6*l_h_i*1_3_2"/>
  <p:tag name="KSO_WM_TEMPLATE_CATEGORY" val="custom"/>
  <p:tag name="KSO_WM_TEMPLATE_INDEX" val="20206915"/>
  <p:tag name="KSO_WM_UNIT_LAYERLEVEL" val="1_1_1"/>
  <p:tag name="KSO_WM_TAG_VERSION" val="1.0"/>
  <p:tag name="KSO_WM_BEAUTIFY_FLAG" val="#wm#"/>
  <p:tag name="KSO_WM_UNIT_LINE_FORE_SCHEMECOLOR_INDEX_BRIGHTNESS" val="-0.15"/>
  <p:tag name="KSO_WM_UNIT_LINE_FORE_SCHEMECOLOR_INDEX" val="14"/>
  <p:tag name="KSO_WM_UNIT_LINE_FILL_TYPE" val="2"/>
</p:tagLst>
</file>

<file path=ppt/tags/tag127.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4"/>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6915_6*a*1"/>
  <p:tag name="KSO_WM_TEMPLATE_CATEGORY" val="custom"/>
  <p:tag name="KSO_WM_TEMPLATE_INDEX" val="20206915"/>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Lst>
</file>

<file path=ppt/tags/tag128.xml><?xml version="1.0" encoding="utf-8"?>
<p:tagLst xmlns:p="http://schemas.openxmlformats.org/presentationml/2006/main">
  <p:tag name="KSO_WM_BEAUTIFY_FLAG" val="#wm#"/>
  <p:tag name="KSO_WM_TEMPLATE_CATEGORY" val="custom"/>
  <p:tag name="KSO_WM_TEMPLATE_INDEX" val="20206915"/>
  <p:tag name="KSO_WM_SLIDE_ID" val="custom20206915_6"/>
  <p:tag name="KSO_WM_TEMPLATE_SUBCATEGORY" val="0"/>
  <p:tag name="KSO_WM_TEMPLATE_MASTER_TYPE" val="1"/>
  <p:tag name="KSO_WM_TEMPLATE_COLOR_TYPE" val="1"/>
  <p:tag name="KSO_WM_SLIDE_TYPE" val="contents"/>
  <p:tag name="KSO_WM_SLIDE_SUBTYPE" val="diag"/>
  <p:tag name="KSO_WM_SLIDE_ITEM_CNT" val="6"/>
  <p:tag name="KSO_WM_SLIDE_INDEX" val="6"/>
  <p:tag name="KSO_WM_DIAGRAM_GROUP_CODE" val="l1-1"/>
  <p:tag name="KSO_WM_SLIDE_DIAGTYPE" val="l"/>
  <p:tag name="KSO_WM_TAG_VERSION" val="1.0"/>
  <p:tag name="KSO_WM_SLIDE_LAYOUT" val="a_l"/>
  <p:tag name="KSO_WM_SLIDE_LAYOUT_CNT" val="1_1"/>
  <p:tag name="KSO_WM_SLIDE_BK_DARK_LIGHT" val="2"/>
  <p:tag name="KSO_WM_SLIDE_BACKGROUND_TYPE" val="general"/>
</p:tagLst>
</file>

<file path=ppt/tags/tag129.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31.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33.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134.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36.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38.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14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8-29T15:04:06&quot;,&quot;maxSize&quot;:{&quot;size1&quot;:20},&quot;minSize&quot;:{&quot;size1&quot;:11.2},&quot;normalSize&quot;:{&quot;size1&quot;:11.2},&quot;subLayout&quot;:[{&quot;id&quot;:&quot;2022-08-29T15:04:06&quot;,&quot;margin&quot;:{&quot;bottom&quot;:0.025999998673796654,&quot;left&quot;:1.2699999809265137,&quot;right&quot;:1.2699999809265137,&quot;top&quot;:0.4230000376701355},&quot;type&quot;:0},{&quot;id&quot;:&quot;2022-08-29T15:04: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14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4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4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4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5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5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8-29T15:04:06&quot;,&quot;maxSize&quot;:{&quot;size1&quot;:20},&quot;minSize&quot;:{&quot;size1&quot;:11.2},&quot;normalSize&quot;:{&quot;size1&quot;:11.2},&quot;subLayout&quot;:[{&quot;id&quot;:&quot;2022-08-29T15:04:06&quot;,&quot;margin&quot;:{&quot;bottom&quot;:0.025999998673796654,&quot;left&quot;:1.2699999809265137,&quot;right&quot;:1.2699999809265137,&quot;top&quot;:0.4230000376701355},&quot;type&quot;:0},{&quot;id&quot;:&quot;2022-08-29T15:04: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152.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54.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6.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16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8-29T15:04:06&quot;,&quot;maxSize&quot;:{&quot;size1&quot;:20},&quot;minSize&quot;:{&quot;size1&quot;:11.2},&quot;normalSize&quot;:{&quot;size1&quot;:11.2},&quot;subLayout&quot;:[{&quot;id&quot;:&quot;2022-08-29T15:04:06&quot;,&quot;margin&quot;:{&quot;bottom&quot;:0.025999998673796654,&quot;left&quot;:1.2699999809265137,&quot;right&quot;:1.2699999809265137,&quot;top&quot;:0.4230000376701355},&quot;type&quot;:0},{&quot;id&quot;:&quot;2022-08-29T15:04: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6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6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8-29T15:04:06&quot;,&quot;maxSize&quot;:{&quot;size1&quot;:20},&quot;minSize&quot;:{&quot;size1&quot;:11.2},&quot;normalSize&quot;:{&quot;size1&quot;:11.2},&quot;subLayout&quot;:[{&quot;id&quot;:&quot;2022-08-29T15:04:06&quot;,&quot;margin&quot;:{&quot;bottom&quot;:0.025999998673796654,&quot;left&quot;:1.2699999809265137,&quot;right&quot;:1.2699999809265137,&quot;top&quot;:0.4230000376701355},&quot;type&quot;:0},{&quot;id&quot;:&quot;2022-08-29T15:04: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6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16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8-29T15:04:07&quot;,&quot;maxSize&quot;:{&quot;size1&quot;:20},&quot;minSize&quot;:{&quot;size1&quot;:11.2},&quot;normalSize&quot;:{&quot;size1&quot;:11.2},&quot;subLayout&quot;:[{&quot;id&quot;:&quot;2022-08-29T15:04:07&quot;,&quot;margin&quot;:{&quot;bottom&quot;:0.025999998673796654,&quot;left&quot;:1.2699999809265137,&quot;right&quot;:1.2699999809265137,&quot;top&quot;:0.4230000376701355},&quot;type&quot;:0},{&quot;id&quot;:&quot;2022-08-29T15:04:07&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7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7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8-29T15:04:07&quot;,&quot;maxSize&quot;:{&quot;size1&quot;:20},&quot;minSize&quot;:{&quot;size1&quot;:11.2},&quot;normalSize&quot;:{&quot;size1&quot;:11.2},&quot;subLayout&quot;:[{&quot;id&quot;:&quot;2022-08-29T15:04:07&quot;,&quot;margin&quot;:{&quot;bottom&quot;:0.025999998673796654,&quot;left&quot;:1.2699999809265137,&quot;right&quot;:1.2699999809265137,&quot;top&quot;:0.4230000376701355},&quot;type&quot;:0},{&quot;id&quot;:&quot;2022-08-29T15:04:07&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173.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75.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77.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18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8-29T15:04:07&quot;,&quot;maxSize&quot;:{&quot;size1&quot;:20},&quot;minSize&quot;:{&quot;size1&quot;:11.2},&quot;normalSize&quot;:{&quot;size1&quot;:11.2},&quot;subLayout&quot;:[{&quot;id&quot;:&quot;2022-08-29T15:04:07&quot;,&quot;margin&quot;:{&quot;bottom&quot;:0.025999998673796654,&quot;left&quot;:1.2699999809265137,&quot;right&quot;:1.2699999809265137,&quot;top&quot;:0.4230000376701355},&quot;type&quot;:0},{&quot;id&quot;:&quot;2022-08-29T15:04:07&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18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8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8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8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8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9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8-29T15:04:07&quot;,&quot;maxSize&quot;:{&quot;size1&quot;:20},&quot;minSize&quot;:{&quot;size1&quot;:11.2},&quot;normalSize&quot;:{&quot;size1&quot;:11.2},&quot;subLayout&quot;:[{&quot;id&quot;:&quot;2022-08-29T15:04:07&quot;,&quot;margin&quot;:{&quot;bottom&quot;:0.025999998673796654,&quot;left&quot;:1.2699999809265137,&quot;right&quot;:1.2699999809265137,&quot;top&quot;:0.4230000376701355},&quot;type&quot;:0},{&quot;id&quot;:&quot;2022-08-29T15:04:07&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9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9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9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8-29T15:04:07&quot;,&quot;maxSize&quot;:{&quot;size1&quot;:20},&quot;minSize&quot;:{&quot;size1&quot;:11.2},&quot;normalSize&quot;:{&quot;size1&quot;:11.2},&quot;subLayout&quot;:[{&quot;id&quot;:&quot;2022-08-29T15:04:07&quot;,&quot;margin&quot;:{&quot;bottom&quot;:0.025999998673796654,&quot;left&quot;:1.2699999809265137,&quot;right&quot;:1.2699999809265137,&quot;top&quot;:0.4230000376701355},&quot;type&quot;:0},{&quot;id&quot;:&quot;2022-08-29T15:04:07&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9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9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19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9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0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0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0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20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8-29T15:04:07&quot;,&quot;maxSize&quot;:{&quot;size1&quot;:20},&quot;minSize&quot;:{&quot;size1&quot;:11.2},&quot;normalSize&quot;:{&quot;size1&quot;:11.2},&quot;subLayout&quot;:[{&quot;id&quot;:&quot;2022-08-29T15:04:07&quot;,&quot;margin&quot;:{&quot;bottom&quot;:0.025999998673796654,&quot;left&quot;:1.2699999809265137,&quot;right&quot;:1.2699999809265137,&quot;top&quot;:0.4230000376701355},&quot;type&quot;:0},{&quot;id&quot;:&quot;2022-08-29T15:04:07&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0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0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20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20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0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1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1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21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8-29T15:04:07&quot;,&quot;maxSize&quot;:{&quot;size1&quot;:20},&quot;minSize&quot;:{&quot;size1&quot;:11.2},&quot;normalSize&quot;:{&quot;size1&quot;:11.2},&quot;subLayout&quot;:[{&quot;id&quot;:&quot;2022-08-29T15:04:07&quot;,&quot;margin&quot;:{&quot;bottom&quot;:0.025999998673796654,&quot;left&quot;:1.2699999809265137,&quot;right&quot;:1.2699999809265137,&quot;top&quot;:0.4230000376701355},&quot;type&quot;:0},{&quot;id&quot;:&quot;2022-08-29T15:04:07&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13.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215.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17.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22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8-29T15:04:08&quot;,&quot;maxSize&quot;:{&quot;size1&quot;:20},&quot;minSize&quot;:{&quot;size1&quot;:11.2},&quot;normalSize&quot;:{&quot;size1&quot;:11.2},&quot;subLayout&quot;:[{&quot;id&quot;:&quot;2022-08-29T15:04:08&quot;,&quot;margin&quot;:{&quot;bottom&quot;:0.025999998673796654,&quot;left&quot;:1.2699999809265137,&quot;right&quot;:1.2699999809265137,&quot;top&quot;:0.4230000376701355},&quot;type&quot;:0},{&quot;id&quot;:&quot;2022-08-29T15:04:0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22.xml><?xml version="1.0" encoding="utf-8"?>
<p:tagLst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02990_51*a*1"/>
  <p:tag name="KSO_WM_TEMPLATE_CATEGORY" val="custom"/>
  <p:tag name="KSO_WM_TEMPLATE_INDEX" val="20202990"/>
  <p:tag name="KSO_WM_UNIT_LAYERLEVEL" val="1"/>
  <p:tag name="KSO_WM_TAG_VERSION" val="1.0"/>
  <p:tag name="KSO_WM_BEAUTIFY_FLAG" val="#wm#"/>
  <p:tag name="KSO_WM_UNIT_PRESET_TEXT" val="感谢聆听"/>
  <p:tag name="KSO_WM_UNIT_TEXT_FILL_FORE_SCHEMECOLOR_INDEX_BRIGHTNESS" val="0"/>
  <p:tag name="KSO_WM_UNIT_TEXT_FILL_FORE_SCHEMECOLOR_INDEX" val="13"/>
  <p:tag name="KSO_WM_UNIT_TEXT_FILL_TYPE" val="1"/>
</p:tagLst>
</file>

<file path=ppt/tags/tag223.xml><?xml version="1.0" encoding="utf-8"?>
<p:tagLst xmlns:p="http://schemas.openxmlformats.org/presentationml/2006/main">
  <p:tag name="KSO_WM_SLIDE_ID" val="custom20202990_51"/>
  <p:tag name="KSO_WM_TEMPLATE_SUBCATEGORY" val="17"/>
  <p:tag name="KSO_WM_TEMPLATE_MASTER_TYPE" val="1"/>
  <p:tag name="KSO_WM_TEMPLATE_COLOR_TYPE" val="1"/>
  <p:tag name="KSO_WM_SLIDE_TYPE" val="endPage"/>
  <p:tag name="KSO_WM_SLIDE_SUBTYPE" val="pureTxt"/>
  <p:tag name="KSO_WM_SLIDE_ITEM_CNT" val="0"/>
  <p:tag name="KSO_WM_SLIDE_INDEX" val="51"/>
  <p:tag name="KSO_WM_TAG_VERSION" val="1.0"/>
  <p:tag name="KSO_WM_BEAUTIFY_FLAG" val="#wm#"/>
  <p:tag name="KSO_WM_TEMPLATE_CATEGORY" val="custom"/>
  <p:tag name="KSO_WM_TEMPLATE_INDEX" val="20202990"/>
  <p:tag name="KSO_WM_SLIDE_LAYOUT" val="a_b"/>
  <p:tag name="KSO_WM_SLIDE_LAYOUT_CNT" val="1_1"/>
</p:tagLst>
</file>

<file path=ppt/tags/tag224.xml><?xml version="1.0" encoding="utf-8"?>
<p:tagLst xmlns:p="http://schemas.openxmlformats.org/presentationml/2006/main">
  <p:tag name="COMMONDATA" val="eyJoZGlkIjoiMDlmZjk4YzkyYTJmNjgwZDhjYmQxY2E3MzlkNzE2Zjg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自定义 110">
      <a:dk1>
        <a:sysClr val="windowText" lastClr="000000"/>
      </a:dk1>
      <a:lt1>
        <a:sysClr val="window" lastClr="FFFFFF"/>
      </a:lt1>
      <a:dk2>
        <a:srgbClr val="000000"/>
      </a:dk2>
      <a:lt2>
        <a:srgbClr val="FFFFFF"/>
      </a:lt2>
      <a:accent1>
        <a:srgbClr val="8590CA"/>
      </a:accent1>
      <a:accent2>
        <a:srgbClr val="8EAADC"/>
      </a:accent2>
      <a:accent3>
        <a:srgbClr val="79B6D3"/>
      </a:accent3>
      <a:accent4>
        <a:srgbClr val="70C2C7"/>
      </a:accent4>
      <a:accent5>
        <a:srgbClr val="6BC0A7"/>
      </a:accent5>
      <a:accent6>
        <a:srgbClr val="79BB8F"/>
      </a:accent6>
      <a:hlink>
        <a:srgbClr val="0563C1"/>
      </a:hlink>
      <a:folHlink>
        <a:srgbClr val="954F72"/>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sz="4400" b="1" dirty="0">
            <a:solidFill>
              <a:schemeClr val="bg1"/>
            </a:solidFill>
            <a:latin typeface="Arial" panose="020B0604020202020204" pitchFamily="34" charset="0"/>
            <a:cs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3162</Words>
  <Application>WPS 演示</Application>
  <PresentationFormat>宽屏</PresentationFormat>
  <Paragraphs>167</Paragraphs>
  <Slides>20</Slides>
  <Notes>0</Notes>
  <HiddenSlides>0</HiddenSlides>
  <MMClips>0</MMClips>
  <ScaleCrop>false</ScaleCrop>
  <HeadingPairs>
    <vt:vector size="6" baseType="variant">
      <vt:variant>
        <vt:lpstr>已用的字体</vt:lpstr>
      </vt:variant>
      <vt:variant>
        <vt:i4>23</vt:i4>
      </vt:variant>
      <vt:variant>
        <vt:lpstr>主题</vt:lpstr>
      </vt:variant>
      <vt:variant>
        <vt:i4>2</vt:i4>
      </vt:variant>
      <vt:variant>
        <vt:lpstr>幻灯片标题</vt:lpstr>
      </vt:variant>
      <vt:variant>
        <vt:i4>20</vt:i4>
      </vt:variant>
    </vt:vector>
  </HeadingPairs>
  <TitlesOfParts>
    <vt:vector size="45" baseType="lpstr">
      <vt:lpstr>Arial</vt:lpstr>
      <vt:lpstr>宋体</vt:lpstr>
      <vt:lpstr>Wingdings</vt:lpstr>
      <vt:lpstr>Wingdings</vt:lpstr>
      <vt:lpstr>微软雅黑</vt:lpstr>
      <vt:lpstr>隶书</vt:lpstr>
      <vt:lpstr>Viner Hand ITC</vt:lpstr>
      <vt:lpstr>Segoe UI</vt:lpstr>
      <vt:lpstr>Arial Unicode MS</vt:lpstr>
      <vt:lpstr>Arial Black</vt:lpstr>
      <vt:lpstr>Comic Sans MS</vt:lpstr>
      <vt:lpstr>方正粗黑宋简体</vt:lpstr>
      <vt:lpstr>华文楷体</vt:lpstr>
      <vt:lpstr>华文新魏</vt:lpstr>
      <vt:lpstr>华文彩云</vt:lpstr>
      <vt:lpstr>文泉驿正黑</vt:lpstr>
      <vt:lpstr>文泉驿点阵正黑</vt:lpstr>
      <vt:lpstr>华文细黑</vt:lpstr>
      <vt:lpstr>微软雅黑 Light</vt:lpstr>
      <vt:lpstr>文泉驿等宽正黑</vt:lpstr>
      <vt:lpstr>文悦古典明朝体 (非商业使用) W5</vt:lpstr>
      <vt:lpstr>Franklin Gothic Medium</vt:lpstr>
      <vt:lpstr>Franklin Gothic Book</vt:lpstr>
      <vt:lpstr>Office Theme</vt:lpstr>
      <vt:lpstr>office</vt:lpstr>
      <vt:lpstr>WPS Office介绍</vt:lpstr>
      <vt:lpstr>PowerPoint 演示文稿</vt:lpstr>
      <vt:lpstr>WPS Office介绍</vt:lpstr>
      <vt:lpstr>软件介绍</vt:lpstr>
      <vt:lpstr>PowerPoint 演示文稿</vt:lpstr>
      <vt:lpstr>PowerPoint 演示文稿</vt:lpstr>
      <vt:lpstr>产品功能</vt:lpstr>
      <vt:lpstr>PowerPoint 演示文稿</vt:lpstr>
      <vt:lpstr>PowerPoint 演示文稿</vt:lpstr>
      <vt:lpstr>PowerPoint 演示文稿</vt:lpstr>
      <vt:lpstr>PowerPoint 演示文稿</vt:lpstr>
      <vt:lpstr>发展历史</vt:lpstr>
      <vt:lpstr>PowerPoint 演示文稿</vt:lpstr>
      <vt:lpstr>PowerPoint 演示文稿</vt:lpstr>
      <vt:lpstr>PowerPoint 演示文稿</vt:lpstr>
      <vt:lpstr>PowerPoint 演示文稿</vt:lpstr>
      <vt:lpstr>PowerPoint 演示文稿</vt:lpstr>
      <vt:lpstr>在线资源</vt:lpstr>
      <vt:lpstr>PowerPoint 演示文稿</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root</dc:creator>
  <cp:lastModifiedBy>A</cp:lastModifiedBy>
  <cp:revision>10</cp:revision>
  <dcterms:created xsi:type="dcterms:W3CDTF">2026-08-28T02:19:10Z</dcterms:created>
  <dcterms:modified xsi:type="dcterms:W3CDTF">2026-08-28T02:19:10Z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2052-11.1.0.11719</vt:lpwstr>
  </property>
  <property fmtid="{D5CDD505-2E9C-101B-9397-08002B2CF9AE}" pid="3" name="ICV">
    <vt:lpwstr/>
  </property>
</Properties>
</file>