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11.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slideLayout" Target="../slideLayouts/slideLayout1.xml"/><Relationship Id="rId10" Type="http://schemas.openxmlformats.org/officeDocument/2006/relationships/tags" Target="../tags/tag167.xml"/><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slideLayout" Target="../slideLayouts/slideLayout1.xml"/><Relationship Id="rId10" Type="http://schemas.openxmlformats.org/officeDocument/2006/relationships/tags" Target="../tags/tag177.xml"/><Relationship Id="rId1" Type="http://schemas.openxmlformats.org/officeDocument/2006/relationships/tags" Target="../tags/tag168.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4.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1" Type="http://schemas.openxmlformats.org/officeDocument/2006/relationships/slideLayout" Target="../slideLayouts/slideLayout1.xml"/><Relationship Id="rId10" Type="http://schemas.openxmlformats.org/officeDocument/2006/relationships/tags" Target="../tags/tag192.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1" Type="http://schemas.openxmlformats.org/officeDocument/2006/relationships/slideLayout" Target="../slideLayouts/slideLayout1.xml"/><Relationship Id="rId10" Type="http://schemas.openxmlformats.org/officeDocument/2006/relationships/tags" Target="../tags/tag202.xml"/><Relationship Id="rId1" Type="http://schemas.openxmlformats.org/officeDocument/2006/relationships/tags" Target="../tags/tag193.xml"/></Relationships>
</file>

<file path=ppt/slides/_rels/slide16.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1" Type="http://schemas.openxmlformats.org/officeDocument/2006/relationships/slideLayout" Target="../slideLayouts/slideLayout1.xml"/><Relationship Id="rId10" Type="http://schemas.openxmlformats.org/officeDocument/2006/relationships/tags" Target="../tags/tag212.xml"/><Relationship Id="rId1" Type="http://schemas.openxmlformats.org/officeDocument/2006/relationships/tags" Target="../tags/tag203.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0.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1" Type="http://schemas.openxmlformats.org/officeDocument/2006/relationships/slideLayout" Target="../slideLayouts/slideLayout1.xml"/><Relationship Id="rId10" Type="http://schemas.openxmlformats.org/officeDocument/2006/relationships/tags" Target="../tags/tag237.xml"/><Relationship Id="rId1" Type="http://schemas.openxmlformats.org/officeDocument/2006/relationships/tags" Target="../tags/tag228.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25.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1" Type="http://schemas.openxmlformats.org/officeDocument/2006/relationships/slideLayout" Target="../slideLayouts/slideLayout1.xml"/><Relationship Id="rId10" Type="http://schemas.openxmlformats.org/officeDocument/2006/relationships/tags" Target="../tags/tag267.xml"/><Relationship Id="rId1" Type="http://schemas.openxmlformats.org/officeDocument/2006/relationships/tags" Target="../tags/tag258.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8.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1" Type="http://schemas.openxmlformats.org/officeDocument/2006/relationships/slideLayout" Target="../slideLayouts/slideLayout1.xml"/><Relationship Id="rId10" Type="http://schemas.openxmlformats.org/officeDocument/2006/relationships/tags" Target="../tags/tag286.xml"/><Relationship Id="rId1" Type="http://schemas.openxmlformats.org/officeDocument/2006/relationships/tags" Target="../tags/tag277.xml"/></Relationships>
</file>

<file path=ppt/slides/_rels/slide29.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1" Type="http://schemas.openxmlformats.org/officeDocument/2006/relationships/slideLayout" Target="../slideLayouts/slideLayout1.xml"/><Relationship Id="rId10" Type="http://schemas.openxmlformats.org/officeDocument/2006/relationships/tags" Target="../tags/tag296.xml"/><Relationship Id="rId1" Type="http://schemas.openxmlformats.org/officeDocument/2006/relationships/tags" Target="../tags/tag287.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2.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1" Type="http://schemas.openxmlformats.org/officeDocument/2006/relationships/slideLayout" Target="../slideLayouts/slideLayout1.xml"/><Relationship Id="rId10" Type="http://schemas.openxmlformats.org/officeDocument/2006/relationships/tags" Target="../tags/tag316.xml"/><Relationship Id="rId1" Type="http://schemas.openxmlformats.org/officeDocument/2006/relationships/tags" Target="../tags/tag307.xml"/></Relationships>
</file>

<file path=ppt/slides/_rels/slide3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1" Type="http://schemas.openxmlformats.org/officeDocument/2006/relationships/slideLayout" Target="../slideLayouts/slideLayout1.xml"/><Relationship Id="rId10" Type="http://schemas.openxmlformats.org/officeDocument/2006/relationships/tags" Target="../tags/tag326.xml"/><Relationship Id="rId1" Type="http://schemas.openxmlformats.org/officeDocument/2006/relationships/tags" Target="../tags/tag317.xml"/></Relationships>
</file>

<file path=ppt/slides/_rels/slide34.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1" Type="http://schemas.openxmlformats.org/officeDocument/2006/relationships/slideLayout" Target="../slideLayouts/slideLayout1.xml"/><Relationship Id="rId10" Type="http://schemas.openxmlformats.org/officeDocument/2006/relationships/tags" Target="../tags/tag336.xml"/><Relationship Id="rId1" Type="http://schemas.openxmlformats.org/officeDocument/2006/relationships/tags" Target="../tags/tag327.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36.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slideLayout" Target="../slideLayouts/slideLayout1.xml"/><Relationship Id="rId1" Type="http://schemas.openxmlformats.org/officeDocument/2006/relationships/tags" Target="../tags/tag342.xml"/></Relationships>
</file>

<file path=ppt/slides/_rels/slide37.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0" Type="http://schemas.openxmlformats.org/officeDocument/2006/relationships/slideLayout" Target="../slideLayouts/slideLayout1.xml"/><Relationship Id="rId1" Type="http://schemas.openxmlformats.org/officeDocument/2006/relationships/tags" Target="../tags/tag351.xml"/></Relationships>
</file>

<file path=ppt/slides/_rels/slide38.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0" Type="http://schemas.openxmlformats.org/officeDocument/2006/relationships/slideLayout" Target="../slideLayouts/slideLayout1.xml"/><Relationship Id="rId1" Type="http://schemas.openxmlformats.org/officeDocument/2006/relationships/tags" Target="../tags/tag360.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41.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tags" Target="../tags/tag378.xml"/><Relationship Id="rId10" Type="http://schemas.openxmlformats.org/officeDocument/2006/relationships/slideLayout" Target="../slideLayouts/slideLayout1.xml"/><Relationship Id="rId1" Type="http://schemas.openxmlformats.org/officeDocument/2006/relationships/tags" Target="../tags/tag377.xml"/></Relationships>
</file>

<file path=ppt/slides/_rels/slide42.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0" Type="http://schemas.openxmlformats.org/officeDocument/2006/relationships/slideLayout" Target="../slideLayouts/slideLayout1.xml"/><Relationship Id="rId1" Type="http://schemas.openxmlformats.org/officeDocument/2006/relationships/tags" Target="../tags/tag386.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45.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1.xml"/><Relationship Id="rId1" Type="http://schemas.openxmlformats.org/officeDocument/2006/relationships/tags" Target="../tags/tag404.xml"/></Relationships>
</file>

<file path=ppt/slides/_rels/slide46.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1.xml"/><Relationship Id="rId1" Type="http://schemas.openxmlformats.org/officeDocument/2006/relationships/tags" Target="../tags/tag41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3.xml"/><Relationship Id="rId1" Type="http://schemas.openxmlformats.org/officeDocument/2006/relationships/tags" Target="../tags/tag4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cxnSp>
        <p:nvCxnSpPr>
          <p:cNvPr id="10" name="直接连接符 9"/>
          <p:cNvCxnSpPr/>
          <p:nvPr>
            <p:custDataLst>
              <p:tags r:id="rId3"/>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
        <p:nvSpPr>
          <p:cNvPr id="25" name="矩形 24"/>
          <p:cNvSpPr/>
          <p:nvPr/>
        </p:nvSpPr>
        <p:spPr>
          <a:xfrm>
            <a:off x="1207770" y="2931795"/>
            <a:ext cx="9776460" cy="268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地主阶级抵抗派的梦想因政治腐败而英雄气短；农民阶级的两大运动因自身局限而功败垂成；地主阶级洋务派的努力因制度腐朽而望洋兴汉；资产阶段的戊戌变法因软弱而饮恨京城；资产阶段革命派的辛亥革命因自身局限无法稳固。</a:t>
            </a: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中国革命必须要新的阶级来领导，必须要有科学的先进思想理论来指导，这个新的阶级就是工人阶级，这个新的指导思想就是马克思主义和以这个思想为指导的无产阶级政党。</a:t>
            </a:r>
            <a:endParaRPr lang="zh-CN" altLang="en-US" sz="2000">
              <a:solidFill>
                <a:schemeClr val="tx1"/>
              </a:solidFill>
            </a:endParaRPr>
          </a:p>
        </p:txBody>
      </p:sp>
      <p:sp>
        <p:nvSpPr>
          <p:cNvPr id="2" name="上凸带形 1"/>
          <p:cNvSpPr/>
          <p:nvPr/>
        </p:nvSpPr>
        <p:spPr>
          <a:xfrm>
            <a:off x="3622675" y="2272665"/>
            <a:ext cx="4946650" cy="1290320"/>
          </a:xfrm>
          <a:prstGeom prst="ribbon2">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历史告诉我们</a:t>
            </a:r>
            <a:endParaRPr lang="zh-CN" altLang="en-US"/>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594924"/>
            <a:ext cx="11277678" cy="3039745"/>
          </a:xfrm>
          <a:prstGeom prst="rect">
            <a:avLst/>
          </a:prstGeom>
          <a:noFill/>
          <a:ln w="3175">
            <a:noFill/>
            <a:prstDash val="dash"/>
          </a:ln>
        </p:spPr>
        <p:txBody>
          <a:bodyPr wrap="square" lIns="63500" tIns="25400" rIns="63500" bIns="25400" anchor="ctr"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7.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4.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10708</Words>
  <Application>WPS 演示</Application>
  <PresentationFormat>宽屏</PresentationFormat>
  <Paragraphs>514</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21</cp:revision>
  <dcterms:created xsi:type="dcterms:W3CDTF">2026-08-28T02:41:23Z</dcterms:created>
  <dcterms:modified xsi:type="dcterms:W3CDTF">2026-08-28T02:41:23Z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