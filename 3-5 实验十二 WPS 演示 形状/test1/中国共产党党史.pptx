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7" r:id="rId3"/>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12192000" cy="6858000"/>
  <p:notesSz cx="7103745"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424.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tags" Target="../tags/tag8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4.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11.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1" Type="http://schemas.openxmlformats.org/officeDocument/2006/relationships/slideLayout" Target="../slideLayouts/slideLayout1.xml"/><Relationship Id="rId10" Type="http://schemas.openxmlformats.org/officeDocument/2006/relationships/tags" Target="../tags/tag167.xml"/><Relationship Id="rId1" Type="http://schemas.openxmlformats.org/officeDocument/2006/relationships/tags" Target="../tags/tag158.xml"/></Relationships>
</file>

<file path=ppt/slides/_rels/slide12.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1" Type="http://schemas.openxmlformats.org/officeDocument/2006/relationships/slideLayout" Target="../slideLayouts/slideLayout1.xml"/><Relationship Id="rId10" Type="http://schemas.openxmlformats.org/officeDocument/2006/relationships/tags" Target="../tags/tag177.xml"/><Relationship Id="rId1" Type="http://schemas.openxmlformats.org/officeDocument/2006/relationships/tags" Target="../tags/tag168.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14.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1" Type="http://schemas.openxmlformats.org/officeDocument/2006/relationships/slideLayout" Target="../slideLayouts/slideLayout1.xml"/><Relationship Id="rId10" Type="http://schemas.openxmlformats.org/officeDocument/2006/relationships/tags" Target="../tags/tag192.xml"/><Relationship Id="rId1" Type="http://schemas.openxmlformats.org/officeDocument/2006/relationships/tags" Target="../tags/tag183.xml"/></Relationships>
</file>

<file path=ppt/slides/_rels/slide15.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1" Type="http://schemas.openxmlformats.org/officeDocument/2006/relationships/slideLayout" Target="../slideLayouts/slideLayout1.xml"/><Relationship Id="rId10" Type="http://schemas.openxmlformats.org/officeDocument/2006/relationships/tags" Target="../tags/tag202.xml"/><Relationship Id="rId1" Type="http://schemas.openxmlformats.org/officeDocument/2006/relationships/tags" Target="../tags/tag193.xml"/></Relationships>
</file>

<file path=ppt/slides/_rels/slide16.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1" Type="http://schemas.openxmlformats.org/officeDocument/2006/relationships/slideLayout" Target="../slideLayouts/slideLayout1.xml"/><Relationship Id="rId10" Type="http://schemas.openxmlformats.org/officeDocument/2006/relationships/tags" Target="../tags/tag212.xml"/><Relationship Id="rId1" Type="http://schemas.openxmlformats.org/officeDocument/2006/relationships/tags" Target="../tags/tag203.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20.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1" Type="http://schemas.openxmlformats.org/officeDocument/2006/relationships/slideLayout" Target="../slideLayouts/slideLayout1.xml"/><Relationship Id="rId10" Type="http://schemas.openxmlformats.org/officeDocument/2006/relationships/tags" Target="../tags/tag237.xml"/><Relationship Id="rId1" Type="http://schemas.openxmlformats.org/officeDocument/2006/relationships/tags" Target="../tags/tag228.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25.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1" Type="http://schemas.openxmlformats.org/officeDocument/2006/relationships/slideLayout" Target="../slideLayouts/slideLayout1.xml"/><Relationship Id="rId10" Type="http://schemas.openxmlformats.org/officeDocument/2006/relationships/tags" Target="../tags/tag267.xml"/><Relationship Id="rId1" Type="http://schemas.openxmlformats.org/officeDocument/2006/relationships/tags" Target="../tags/tag258.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28.xml.rels><?xml version="1.0" encoding="UTF-8" standalone="yes"?>
<Relationships xmlns="http://schemas.openxmlformats.org/package/2006/relationships"><Relationship Id="rId9" Type="http://schemas.openxmlformats.org/officeDocument/2006/relationships/tags" Target="../tags/tag285.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1" Type="http://schemas.openxmlformats.org/officeDocument/2006/relationships/slideLayout" Target="../slideLayouts/slideLayout1.xml"/><Relationship Id="rId10" Type="http://schemas.openxmlformats.org/officeDocument/2006/relationships/tags" Target="../tags/tag286.xml"/><Relationship Id="rId1" Type="http://schemas.openxmlformats.org/officeDocument/2006/relationships/tags" Target="../tags/tag277.xml"/></Relationships>
</file>

<file path=ppt/slides/_rels/slide29.xml.rels><?xml version="1.0" encoding="UTF-8" standalone="yes"?>
<Relationships xmlns="http://schemas.openxmlformats.org/package/2006/relationships"><Relationship Id="rId9" Type="http://schemas.openxmlformats.org/officeDocument/2006/relationships/tags" Target="../tags/tag295.xml"/><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1" Type="http://schemas.openxmlformats.org/officeDocument/2006/relationships/slideLayout" Target="../slideLayouts/slideLayout1.xml"/><Relationship Id="rId10" Type="http://schemas.openxmlformats.org/officeDocument/2006/relationships/tags" Target="../tags/tag296.xml"/><Relationship Id="rId1" Type="http://schemas.openxmlformats.org/officeDocument/2006/relationships/tags" Target="../tags/tag287.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32.xml.rels><?xml version="1.0" encoding="UTF-8" standalone="yes"?>
<Relationships xmlns="http://schemas.openxmlformats.org/package/2006/relationships"><Relationship Id="rId9" Type="http://schemas.openxmlformats.org/officeDocument/2006/relationships/tags" Target="../tags/tag315.xml"/><Relationship Id="rId8" Type="http://schemas.openxmlformats.org/officeDocument/2006/relationships/tags" Target="../tags/tag314.xml"/><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1" Type="http://schemas.openxmlformats.org/officeDocument/2006/relationships/slideLayout" Target="../slideLayouts/slideLayout1.xml"/><Relationship Id="rId10" Type="http://schemas.openxmlformats.org/officeDocument/2006/relationships/tags" Target="../tags/tag316.xml"/><Relationship Id="rId1" Type="http://schemas.openxmlformats.org/officeDocument/2006/relationships/tags" Target="../tags/tag307.xml"/></Relationships>
</file>

<file path=ppt/slides/_rels/slide33.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1" Type="http://schemas.openxmlformats.org/officeDocument/2006/relationships/slideLayout" Target="../slideLayouts/slideLayout1.xml"/><Relationship Id="rId10" Type="http://schemas.openxmlformats.org/officeDocument/2006/relationships/tags" Target="../tags/tag326.xml"/><Relationship Id="rId1" Type="http://schemas.openxmlformats.org/officeDocument/2006/relationships/tags" Target="../tags/tag317.xml"/></Relationships>
</file>

<file path=ppt/slides/_rels/slide34.xml.rels><?xml version="1.0" encoding="UTF-8" standalone="yes"?>
<Relationships xmlns="http://schemas.openxmlformats.org/package/2006/relationships"><Relationship Id="rId9" Type="http://schemas.openxmlformats.org/officeDocument/2006/relationships/tags" Target="../tags/tag335.xml"/><Relationship Id="rId8" Type="http://schemas.openxmlformats.org/officeDocument/2006/relationships/tags" Target="../tags/tag334.xml"/><Relationship Id="rId7" Type="http://schemas.openxmlformats.org/officeDocument/2006/relationships/tags" Target="../tags/tag333.xml"/><Relationship Id="rId6" Type="http://schemas.openxmlformats.org/officeDocument/2006/relationships/tags" Target="../tags/tag332.xml"/><Relationship Id="rId5" Type="http://schemas.openxmlformats.org/officeDocument/2006/relationships/tags" Target="../tags/tag331.xml"/><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1" Type="http://schemas.openxmlformats.org/officeDocument/2006/relationships/slideLayout" Target="../slideLayouts/slideLayout1.xml"/><Relationship Id="rId10" Type="http://schemas.openxmlformats.org/officeDocument/2006/relationships/tags" Target="../tags/tag336.xml"/><Relationship Id="rId1" Type="http://schemas.openxmlformats.org/officeDocument/2006/relationships/tags" Target="../tags/tag327.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341.xml"/><Relationship Id="rId4" Type="http://schemas.openxmlformats.org/officeDocument/2006/relationships/tags" Target="../tags/tag340.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tags" Target="../tags/tag337.xml"/></Relationships>
</file>

<file path=ppt/slides/_rels/slide36.xml.rels><?xml version="1.0" encoding="UTF-8" standalone="yes"?>
<Relationships xmlns="http://schemas.openxmlformats.org/package/2006/relationships"><Relationship Id="rId9" Type="http://schemas.openxmlformats.org/officeDocument/2006/relationships/tags" Target="../tags/tag350.xml"/><Relationship Id="rId8" Type="http://schemas.openxmlformats.org/officeDocument/2006/relationships/tags" Target="../tags/tag349.xml"/><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0" Type="http://schemas.openxmlformats.org/officeDocument/2006/relationships/slideLayout" Target="../slideLayouts/slideLayout1.xml"/><Relationship Id="rId1" Type="http://schemas.openxmlformats.org/officeDocument/2006/relationships/tags" Target="../tags/tag342.xml"/></Relationships>
</file>

<file path=ppt/slides/_rels/slide37.xml.rels><?xml version="1.0" encoding="UTF-8" standalone="yes"?>
<Relationships xmlns="http://schemas.openxmlformats.org/package/2006/relationships"><Relationship Id="rId9" Type="http://schemas.openxmlformats.org/officeDocument/2006/relationships/tags" Target="../tags/tag359.xml"/><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tags" Target="../tags/tag356.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tags" Target="../tags/tag353.xml"/><Relationship Id="rId2" Type="http://schemas.openxmlformats.org/officeDocument/2006/relationships/tags" Target="../tags/tag352.xml"/><Relationship Id="rId10" Type="http://schemas.openxmlformats.org/officeDocument/2006/relationships/slideLayout" Target="../slideLayouts/slideLayout1.xml"/><Relationship Id="rId1" Type="http://schemas.openxmlformats.org/officeDocument/2006/relationships/tags" Target="../tags/tag351.xml"/></Relationships>
</file>

<file path=ppt/slides/_rels/slide38.xml.rels><?xml version="1.0" encoding="UTF-8" standalone="yes"?>
<Relationships xmlns="http://schemas.openxmlformats.org/package/2006/relationships"><Relationship Id="rId9" Type="http://schemas.openxmlformats.org/officeDocument/2006/relationships/tags" Target="../tags/tag368.xml"/><Relationship Id="rId8" Type="http://schemas.openxmlformats.org/officeDocument/2006/relationships/tags" Target="../tags/tag36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0" Type="http://schemas.openxmlformats.org/officeDocument/2006/relationships/slideLayout" Target="../slideLayouts/slideLayout1.xml"/><Relationship Id="rId1" Type="http://schemas.openxmlformats.org/officeDocument/2006/relationships/tags" Target="../tags/tag360.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ags" Target="../tags/tag373.xml"/></Relationships>
</file>

<file path=ppt/slides/_rels/slide41.xml.rels><?xml version="1.0" encoding="UTF-8" standalone="yes"?>
<Relationships xmlns="http://schemas.openxmlformats.org/package/2006/relationships"><Relationship Id="rId9" Type="http://schemas.openxmlformats.org/officeDocument/2006/relationships/tags" Target="../tags/tag385.xml"/><Relationship Id="rId8" Type="http://schemas.openxmlformats.org/officeDocument/2006/relationships/tags" Target="../tags/tag384.xml"/><Relationship Id="rId7" Type="http://schemas.openxmlformats.org/officeDocument/2006/relationships/tags" Target="../tags/tag383.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tags" Target="../tags/tag380.xml"/><Relationship Id="rId3" Type="http://schemas.openxmlformats.org/officeDocument/2006/relationships/tags" Target="../tags/tag379.xml"/><Relationship Id="rId2" Type="http://schemas.openxmlformats.org/officeDocument/2006/relationships/tags" Target="../tags/tag378.xml"/><Relationship Id="rId10" Type="http://schemas.openxmlformats.org/officeDocument/2006/relationships/slideLayout" Target="../slideLayouts/slideLayout1.xml"/><Relationship Id="rId1" Type="http://schemas.openxmlformats.org/officeDocument/2006/relationships/tags" Target="../tags/tag377.xml"/></Relationships>
</file>

<file path=ppt/slides/_rels/slide42.xml.rels><?xml version="1.0" encoding="UTF-8" standalone="yes"?>
<Relationships xmlns="http://schemas.openxmlformats.org/package/2006/relationships"><Relationship Id="rId9" Type="http://schemas.openxmlformats.org/officeDocument/2006/relationships/tags" Target="../tags/tag394.xml"/><Relationship Id="rId8" Type="http://schemas.openxmlformats.org/officeDocument/2006/relationships/tags" Target="../tags/tag393.xml"/><Relationship Id="rId7" Type="http://schemas.openxmlformats.org/officeDocument/2006/relationships/tags" Target="../tags/tag392.xml"/><Relationship Id="rId6" Type="http://schemas.openxmlformats.org/officeDocument/2006/relationships/tags" Target="../tags/tag391.xml"/><Relationship Id="rId5" Type="http://schemas.openxmlformats.org/officeDocument/2006/relationships/tags" Target="../tags/tag390.xml"/><Relationship Id="rId4" Type="http://schemas.openxmlformats.org/officeDocument/2006/relationships/tags" Target="../tags/tag389.xml"/><Relationship Id="rId3" Type="http://schemas.openxmlformats.org/officeDocument/2006/relationships/tags" Target="../tags/tag388.xml"/><Relationship Id="rId2" Type="http://schemas.openxmlformats.org/officeDocument/2006/relationships/tags" Target="../tags/tag387.xml"/><Relationship Id="rId10" Type="http://schemas.openxmlformats.org/officeDocument/2006/relationships/slideLayout" Target="../slideLayouts/slideLayout1.xml"/><Relationship Id="rId1" Type="http://schemas.openxmlformats.org/officeDocument/2006/relationships/tags" Target="../tags/tag386.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98.xml"/><Relationship Id="rId3" Type="http://schemas.openxmlformats.org/officeDocument/2006/relationships/tags" Target="../tags/tag397.xml"/><Relationship Id="rId2" Type="http://schemas.openxmlformats.org/officeDocument/2006/relationships/tags" Target="../tags/tag396.xml"/><Relationship Id="rId1" Type="http://schemas.openxmlformats.org/officeDocument/2006/relationships/tags" Target="../tags/tag395.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tags" Target="../tags/tag399.xml"/></Relationships>
</file>

<file path=ppt/slides/_rels/slide45.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0" Type="http://schemas.openxmlformats.org/officeDocument/2006/relationships/slideLayout" Target="../slideLayouts/slideLayout1.xml"/><Relationship Id="rId1" Type="http://schemas.openxmlformats.org/officeDocument/2006/relationships/tags" Target="../tags/tag404.xml"/></Relationships>
</file>

<file path=ppt/slides/_rels/slide46.xml.rels><?xml version="1.0" encoding="UTF-8" standalone="yes"?>
<Relationships xmlns="http://schemas.openxmlformats.org/package/2006/relationships"><Relationship Id="rId9" Type="http://schemas.openxmlformats.org/officeDocument/2006/relationships/tags" Target="../tags/tag421.xml"/><Relationship Id="rId8" Type="http://schemas.openxmlformats.org/officeDocument/2006/relationships/tags" Target="../tags/tag420.xml"/><Relationship Id="rId7" Type="http://schemas.openxmlformats.org/officeDocument/2006/relationships/tags" Target="../tags/tag419.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tags" Target="../tags/tag415.xml"/><Relationship Id="rId2" Type="http://schemas.openxmlformats.org/officeDocument/2006/relationships/tags" Target="../tags/tag414.xml"/><Relationship Id="rId10" Type="http://schemas.openxmlformats.org/officeDocument/2006/relationships/slideLayout" Target="../slideLayouts/slideLayout1.xml"/><Relationship Id="rId1" Type="http://schemas.openxmlformats.org/officeDocument/2006/relationships/tags" Target="../tags/tag413.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423.xml"/><Relationship Id="rId1" Type="http://schemas.openxmlformats.org/officeDocument/2006/relationships/tags" Target="../tags/tag4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cxnSp>
        <p:nvCxnSpPr>
          <p:cNvPr id="10" name="直接连接符 9"/>
          <p:cNvCxnSpPr/>
          <p:nvPr>
            <p:custDataLst>
              <p:tags r:id="rId3"/>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
        <p:nvSpPr>
          <p:cNvPr id="2" name="上凸带形 1"/>
          <p:cNvSpPr/>
          <p:nvPr/>
        </p:nvSpPr>
        <p:spPr>
          <a:xfrm>
            <a:off x="4512945" y="3007360"/>
            <a:ext cx="3166745" cy="1691005"/>
          </a:xfrm>
          <a:prstGeom prst="ribbon2">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历史告诉我们</a:t>
            </a:r>
            <a:endParaRPr lang="zh-CN" altLang="en-US"/>
          </a:p>
        </p:txBody>
      </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594924"/>
            <a:ext cx="11277678" cy="3039745"/>
          </a:xfrm>
          <a:prstGeom prst="rect">
            <a:avLst/>
          </a:prstGeom>
          <a:noFill/>
          <a:ln w="3175">
            <a:noFill/>
            <a:prstDash val="dash"/>
          </a:ln>
        </p:spPr>
        <p:txBody>
          <a:bodyPr wrap="square" lIns="63500" tIns="25400" rIns="63500" bIns="25400" anchor="ctr"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6.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01.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03.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10.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11.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2.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3.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5.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1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2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8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8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8.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70.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7.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39.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41.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0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0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2.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23.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24.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10528</Words>
  <Application>WPS 演示</Application>
  <PresentationFormat>宽屏</PresentationFormat>
  <Paragraphs>510</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Arial</vt:lpstr>
      <vt:lpstr>宋体</vt:lpstr>
      <vt:lpstr>Wingdings</vt:lpstr>
      <vt:lpstr>楷体</vt:lpstr>
      <vt:lpstr>Wingdings</vt:lpstr>
      <vt:lpstr>微软雅黑</vt:lpstr>
      <vt:lpstr>隶书</vt:lpstr>
      <vt:lpstr>Viner Hand ITC</vt:lpstr>
      <vt:lpstr>Segoe UI</vt:lpstr>
      <vt:lpstr>Arial Unicode MS</vt:lpstr>
      <vt:lpstr>Comic Sans MS</vt:lpstr>
      <vt:lpstr>office</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19</cp:revision>
  <dcterms:created xsi:type="dcterms:W3CDTF">2026-08-28T02:38:04Z</dcterms:created>
  <dcterms:modified xsi:type="dcterms:W3CDTF">2026-08-28T02:38:04Z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