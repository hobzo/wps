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42000" y="3238500"/>
            <a:ext cx="2971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0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ZGVlNWY1MzNjMDllZmIzM2Q1NDYwYzRmMDBlMGQ2NT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仿宋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</cp:lastModifiedBy>
  <cp:revision>152</cp:revision>
  <dcterms:created xsi:type="dcterms:W3CDTF">2026-09-16T01:21:25Z</dcterms:created>
  <dcterms:modified xsi:type="dcterms:W3CDTF">2026-09-16T01:21:25Z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>C5EC7BCA1EDE4F56A8BC7965057C9972</vt:lpwstr>
  </property>
</Properties>
</file>